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seconds, and worth it: most of the room has never been told what</a:t>
            </a:r>
          </a:p>
          <a:p>
            <a:r>
              <a:t>Chomskylab actually is, and several of them will need to borrow parts in the</a:t>
            </a:r>
          </a:p>
          <a:p>
            <a:r>
              <a:t>project weeks.</a:t>
            </a:r>
          </a:p>
          <a:p/>
          <a:p>
            <a:r>
              <a:t>Two things to land: the component store is real and open to them, and the lab</a:t>
            </a:r>
          </a:p>
          <a:p>
            <a:r>
              <a:t>writes its own software. The second one matters for this audience, because it</a:t>
            </a:r>
          </a:p>
          <a:p>
            <a:r>
              <a:t>makes the lab a place they could contribute to rather than only take from.</a:t>
            </a:r>
          </a:p>
          <a:p/>
          <a:p>
            <a:r>
              <a:t>If anyone asks how the drawer numbers and stock counts on these slides are so</a:t>
            </a:r>
          </a:p>
          <a:p>
            <a:r>
              <a:t>exact: they come straight out of the lab's component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five minutes, because it reframes what a prototype can be. Half</a:t>
            </a:r>
          </a:p>
          <a:p>
            <a:r>
              <a:t>the room assumes multimodal means buying hardware.</a:t>
            </a:r>
          </a:p>
          <a:p/>
          <a:p>
            <a:r>
              <a:t>Have them open the page on their own phones while you talk. The split between</a:t>
            </a:r>
          </a:p>
          <a:p>
            <a:r>
              <a:t>what works and what does not lands much harder when it is their device.</a:t>
            </a:r>
          </a:p>
          <a:p/>
          <a:p>
            <a:r>
              <a:t>The watch line matters for project planning: several groups every year propose</a:t>
            </a:r>
          </a:p>
          <a:p>
            <a:r>
              <a:t>live Apple Watch or Garmin data, and neither streams to a web page. Both need a</a:t>
            </a:r>
          </a:p>
          <a:p>
            <a:r>
              <a:t>native companion app. Fine for after-the-fact analysis, not for anything</a:t>
            </a:r>
          </a:p>
          <a:p>
            <a:r>
              <a:t>reacting in real time inside the project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fact on the slide, and the one people get wrong</a:t>
            </a:r>
          </a:p>
          <a:p>
            <a:r>
              <a:t>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WHO IS RUNNING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Chomskylab is the department's prototyping lab. Labtools is the team, the tooling and the parts behind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Everything on the tables came from the lab's component store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442 components, tracked with drawer numbers and live counts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borrow parts for project work. Just ask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lab also builds the software it runs on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An event bus, a wall display, this workshop's sensor site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All of it open, at github.com/labtools-au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 6 needs no board.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datasheet will not tell you a Peltier takes eight seconds, or that a knock reads as a person and a buzz reads as a machine.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own devices are full of sensors you cannot reach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ones open up, and which are locked.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SENSORS ALREADY IN THE ROOM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phone here is a multimodal device. Some of it the browser will hand you, some of it it will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Open sensors.chomskylab.dk on your phone right now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 today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gyroscope. Tap to grant, HTTPS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Microphone. Easiest continuous input there is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Camera. Even reads a pulse off a face, badly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Trackpad pressure. Pointer Events carry a 0 to 1 force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 work,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Apple Watch or Garmin, live. Both need a native app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TO CHECK BEFORE YOU PROMISE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navigator.vibrate: Android yes, iOS no, at every version to date.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caniuse lists Safari 3.1 to 27 as unsupported.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Chrome and Firefox on iOS are Safari underneath, so they inherit the gap.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"The phone buzzes" therefore works on some of the room and no iPhones.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Check the feature, not the tutorial, before it is in your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