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five minutes, because it reframes what a prototype can be. Half</a:t>
            </a:r>
          </a:p>
          <a:p>
            <a:r>
              <a:t>the room assumes multimodal means buying hardware.</a:t>
            </a:r>
          </a:p>
          <a:p/>
          <a:p>
            <a:r>
              <a:t>Have them open the page on their own phones while you talk. The split between</a:t>
            </a:r>
          </a:p>
          <a:p>
            <a:r>
              <a:t>what works and what does not lands much harder when it is their device.</a:t>
            </a:r>
          </a:p>
          <a:p/>
          <a:p>
            <a:r>
              <a:t>The watch line matters for project planning: several groups every year propose</a:t>
            </a:r>
          </a:p>
          <a:p>
            <a:r>
              <a:t>live Apple Watch or Garmin data, and neither streams to a web page. Both need a</a:t>
            </a:r>
          </a:p>
          <a:p>
            <a:r>
              <a:t>native companion app. Fine for after-the-fact analysis, not for anything</a:t>
            </a:r>
          </a:p>
          <a:p>
            <a:r>
              <a:t>reacting in real time inside the project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fact on the slide, and the one people get wrong</a:t>
            </a:r>
          </a:p>
          <a:p>
            <a:r>
              <a:t>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your own phone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 6 needs no board.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pair. Collect it before you start task 01.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Board, breadboard, jumper wires, USB cable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Assorted resistors and a few transistors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Breadboard power supply, drawer 8A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42 in stock. Use it for anything that is not just an LED.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L9110S H-bridge, drawer 2C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24 in stock. Needed for the Peltier and for reversing a motor.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PAM8403 amplifier, drawer 11F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25 in stock. Needed to drive a transducer.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sensor, no breakout board.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part number. A wire, on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SENSORS ALREADY IN THE ROOM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phone here is a multimodal device. Some of it the browser will hand you, some of it it will not.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 today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gyroscope. Tap to grant, HTTPS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Microphone. Easiest continuous input there is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Camera. Even reads a pulse off a face, badly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Trackpad pressure. Pointer Events carry a 0 to 1 force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 work,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Apple Watch or Garmin, live. Both need a native app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TO CHECK BEFORE YOU PROMISE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navigator.vibrate: Android yes, iOS no, at every version to date.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caniuse lists Safari 3.1 to 27 as unsupported.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Chrome and Firefox on iOS are Safari underneath, so they inherit the gap.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"The phone buzzes" therefore works on some of the room and no iPhones.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Check the feature, not the tutorial, before it is in your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