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Boards out.</a:t>
            </a:r>
          </a:p>
          <a:p/>
          <a:p>
            <a:r>
              <a:t>Get EVERYONE through task 01 before anyone races ahead. It is the shortest and</a:t>
            </a:r>
          </a:p>
          <a:p>
            <a:r>
              <a:t>it flushes out the setup problems: wrong board, wrong port, missing driver.</a:t>
            </a:r>
          </a:p>
          <a:p/>
          <a:p>
            <a:r>
              <a:t>Once task 01 runs for a pair, they can move at their own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total for this whole run of slides. It is a menu, not a</a:t>
            </a:r>
          </a:p>
          <a:p>
            <a:r>
              <a:t>lecture: they are choosing what to go and pick up later.</a:t>
            </a:r>
          </a:p>
          <a:p/>
          <a:p>
            <a:r>
              <a:t>Hold up the real part as you show each one. The photo is a reminder for people</a:t>
            </a:r>
          </a:p>
          <a:p>
            <a:r>
              <a:t>reading the deck afterwards; the object in your hand is what lands in the</a:t>
            </a:r>
          </a:p>
          <a:p>
            <a:r>
              <a:t>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solve the coin motor's problem, differently. LRA is what a modern</a:t>
            </a:r>
          </a:p>
          <a:p>
            <a:r>
              <a:t>phone keyboard uses. Piezo is sharp but shallow.</a:t>
            </a:r>
          </a:p>
          <a:p/>
          <a:p>
            <a:r>
              <a:t>If someone is designing anything that needs to feel responsive rather than</a:t>
            </a:r>
          </a:p>
          <a:p>
            <a:r>
              <a:t>just present, point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out loud, do not just show it. Some students will not believe</a:t>
            </a:r>
          </a:p>
          <a:p>
            <a:r>
              <a:t>they are allowed to skip ahead or stop early unless you tell them.</a:t>
            </a:r>
          </a:p>
          <a:p/>
          <a:p>
            <a:r>
              <a:t>The failure mode is a pair rushing all five tasks badly instead of doing two</a:t>
            </a:r>
          </a:p>
          <a:p>
            <a:r>
              <a:t>properly. Name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slide where you should sound firm.</a:t>
            </a:r>
          </a:p>
          <a:p/>
          <a:p>
            <a:r>
              <a:t>Three real hazards:</a:t>
            </a:r>
          </a:p>
          <a:p>
            <a:r>
              <a:t>  * solenoid and Peltier on their own supply, not USB</a:t>
            </a:r>
          </a:p>
          <a:p>
            <a:r>
              <a:t>  * Peltier heatsink on before it is switched on, no exceptions</a:t>
            </a:r>
          </a:p>
          <a:p>
            <a:r>
              <a:t>  * no motor straight from a pin</a:t>
            </a:r>
          </a:p>
          <a:p/>
          <a:p>
            <a:r>
              <a:t>Say the numbers: a pin gives 40 mA, the motor wants about 75. It is not a rule</a:t>
            </a:r>
          </a:p>
          <a:p>
            <a:r>
              <a:t>they have to take on faith.</a:t>
            </a:r>
          </a:p>
          <a:p/>
          <a:p>
            <a:r>
              <a:t>Also mention that a board resetting when the solenoid fires is a POWER problem,</a:t>
            </a:r>
          </a:p>
          <a:p>
            <a:r>
              <a:t>not a code bug. It will save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are running so groups can check</a:t>
            </a:r>
          </a:p>
          <a:p>
            <a:r>
              <a:t>themselves without asking you.</a:t>
            </a:r>
          </a:p>
          <a:p/>
          <a:p>
            <a:r>
              <a:t>The second line matters most: a device that fires continuously when held is</a:t>
            </a:r>
          </a:p>
          <a:p>
            <a:r>
              <a:t>the single most common bug, and it is a debounce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argument. Thirty seconds.</a:t>
            </a:r>
          </a:p>
          <a:p/>
          <a:p>
            <a:r>
              <a:t>If they leave with only one thing, it should be the third: pick the actuator</a:t>
            </a:r>
          </a:p>
          <a:p>
            <a:r>
              <a:t>before designing the interaction. Discovering in week 46 that the chosen one</a:t>
            </a:r>
          </a:p>
          <a:p>
            <a:r>
              <a:t>cannot do the job is the expensive 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FIVE TASKS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WHAT IS ON THE TABLES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1E  |  117 in stock  |  2.5-3.8 V  |  PWM pin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3E  |  24 in stock  |  5V  |  needs a MOSFET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sensor, no breakout board.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part number. A wire, on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 IS ENCOURAGED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do the tasks in order.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finish them.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Getting task 01 working and then properly playing with task 02 beats rushing through all five.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that is not in front of you, go and get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POWER ANYTHING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solenoid and the Peltier both pull real current.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need their own supply. Ask before you rewire either.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Peltier needs its heatsink on. Every time.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Without it the tile cooks itself in about a minute.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Never drive a motor straight from a pin.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40 mA limit. The motor wants nearly twice that.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TEST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what would have separated them.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still works when they are not looking at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ACTUALLY 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Three things you cannot get from a datasheet.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things feel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motor is a nudge. A solenoid is a knock. A Peltier is slow.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How to drive one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PWM, direction, debouncing, and why a motor never goes straight to a pin.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to pick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Choosing the actuator before designing the interaction, not in week 46.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