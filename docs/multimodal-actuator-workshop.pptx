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total for this whole run of slides. It is a menu, not a</a:t>
            </a:r>
          </a:p>
          <a:p>
            <a:r>
              <a:t>lecture: they are choosing what to go and pick up later.</a:t>
            </a:r>
          </a:p>
          <a:p/>
          <a:p>
            <a:r>
              <a:t>Hold up the real part as you show each one. The photo is a reminder for people</a:t>
            </a:r>
          </a:p>
          <a:p>
            <a:r>
              <a:t>reading the deck afterwards; the object in your hand is what lands in the</a:t>
            </a:r>
          </a:p>
          <a:p>
            <a:r>
              <a:t>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</a:t>
            </a:r>
          </a:p>
          <a:p/>
          <a:p>
            <a:r>
              <a:t>Needs a ULN2003 driver board, drawer 2A, 27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pair. Collect it before you start task 01.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Board, breadboard, jumper wires, USB cable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Assorted resistors and a few transistors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Breadboard power supply, drawer 8A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42 in stock. Use it for anything that is not just an LED.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L9110S H-bridge, drawer 2C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24 in stock. Needed for the Peltier and for reversing a motor.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PAM8403 amplifier, drawer 11F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25 in stock. Needed to drive a transducer.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WHAT IS ON THE TABLES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sensor, no breakout board.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part number. A wire, on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2A  |  44 in stock  |  needs a ULN2003 driver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