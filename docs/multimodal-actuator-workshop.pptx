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Reference, not a talking point. Ten seconds, or skip it entirely if the</a:t>
            </a:r>
          </a:p>
          <a:p>
            <a:r>
              <a:t>stations are already built.</a:t>
            </a:r>
          </a:p>
          <a:p/>
          <a:p>
            <a:r>
              <a:t>It earns its place two ways: you use it while setting the room up, and it is</a:t>
            </a:r>
          </a:p>
          <a:p>
            <a:r>
              <a:t>the slide to jump back to when someone asks "which pin was the solenoid".</a:t>
            </a:r>
          </a:p>
          <a:p/>
          <a:p>
            <a:r>
              <a:t>The bottom line is the one worth reading aloud if anyone touches the stepper:</a:t>
            </a:r>
          </a:p>
          <a:p>
            <a:r>
              <a:t>the pins go into the constructor OUT of order, 8, 10, 9, 11. Wired in numeric</a:t>
            </a:r>
          </a:p>
          <a:p>
            <a:r>
              <a:t>order it buzzes instead of turning and looks like a dead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 2048 steps per revolution.</a:t>
            </a:r>
          </a:p>
          <a:p/>
          <a:p>
            <a:r>
              <a:t>Needs a ULN2003 driver board, drawer 2A, 27 of them.</a:t>
            </a:r>
          </a:p>
          <a:p/>
          <a:p>
            <a:r>
              <a:t>If anyone tries one: the Stepper constructor does NOT take the pins in numeric</a:t>
            </a:r>
          </a:p>
          <a:p>
            <a:r>
              <a:t>order. Wire IN1 to IN4 on pins 8 to 11, then write Stepper(2048, 8, 10, 9, 11).</a:t>
            </a:r>
          </a:p>
          <a:p>
            <a:r>
              <a:t>Get it wrong and it buzzes and jitters instead of turning, which looks like a</a:t>
            </a:r>
          </a:p>
          <a:p>
            <a:r>
              <a:t>dead motor. bench_tests/07_stepper has it right, with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output, 4 input, 5 both. Nobody finishes all six.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experiments. The last is the interesting one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Three of them also run in the browser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wokwi/ in the repo. Same code, no hardware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PIN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01  spin    D9  PWM         1k to PN2222 base, motor on collector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02  tap     D6              MOSFET gate, own supply, grounds joined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03  warm    D3 + D5 PWM     H-bridge low and high, bench supply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04  sense   A0              bare wire to foil. That is all of it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05  answer  A0 + D9         the pad, plus any actuator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07  stepper D8 D9 D10 D11   ULN2003 IN1 to IN4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sz="1400" b="1">
                <a:solidFill>
                  <a:srgbClr val="002546"/>
                </a:solidFill>
                <a:latin typeface="Arial"/>
              </a:rPr>
              <a:t>Only D3, D5, D6, D9, D10, D11 do PWM. Stepper pins go into the constructor OUT of order: 8, 10, 9, 11.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1E  |  117  |  2.5-3.8V rated  |  100 mA at 5V  |  PWM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3E  |  24  |  5V, 1.1 A, 4.5 ohm  |  3mm throw, 80g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driver  |  2048 steps/rev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pulses, and how strong they are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