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output, 4 input, 5 both. Nobody finishes all six.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pulses, and how strong they are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