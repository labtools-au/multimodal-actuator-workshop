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0:00. Start here, and do not read the slide.</a:t>
            </a:r>
          </a:p>
          <a:p/>
          <a:p>
            <a:r>
              <a:t>Open with the demo, not with talking. Have the coin motor and the solenoid both</a:t>
            </a:r>
          </a:p>
          <a:p>
            <a:r>
              <a:t>wired and running before anyone sits down.</a:t>
            </a:r>
          </a:p>
          <a:p/>
          <a:p>
            <a:r>
              <a:t>Buzz a phone-style notification on the motor. Then send the same message on the</a:t>
            </a:r>
          </a:p>
          <a:p>
            <a:r>
              <a:t>solenoid. Ask which felt more urgent. Let them answer. Nobody needs theory for</a:t>
            </a:r>
          </a:p>
          <a:p>
            <a:r>
              <a:t>that, and it is the argument for the whole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Fifteen seconds. It is a map, not a talk.</a:t>
            </a:r>
          </a:p>
          <a:p/>
          <a:p>
            <a:r>
              <a:t>Useful because half the room arrives expecting a lecture and needs to be told</a:t>
            </a:r>
          </a:p>
          <a:p>
            <a:r>
              <a:t>immediately that this is not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full version out loud, the slide only carries the skeleton:</a:t>
            </a:r>
          </a:p>
          <a:p/>
          <a:p>
            <a:r>
              <a:t>"You can read a datasheet. You have never held one of these. Today you put a</a:t>
            </a:r>
          </a:p>
          <a:p>
            <a:r>
              <a:t>vibration motor against your own wrist, decide it feels cheap, and pick</a:t>
            </a:r>
          </a:p>
          <a:p>
            <a:r>
              <a:t>something else. Better now than in week 46 with the demo three days out."</a:t>
            </a:r>
          </a:p>
          <a:p/>
          <a:p>
            <a:r>
              <a:t>Every year projects end up on the screen and the speaker, and touch gets</a:t>
            </a:r>
          </a:p>
          <a:p>
            <a:r>
              <a:t>designed on paper then dropped. Two minutes, then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shape clearly, because it is not a lecture and they will wait to be</a:t>
            </a:r>
          </a:p>
          <a:p>
            <a:r>
              <a:t>lectured at.</a:t>
            </a:r>
          </a:p>
          <a:p/>
          <a:p>
            <a:r>
              <a:t>A board each. Five tasks. Everything pre-wired. They upload, change numbers,</a:t>
            </a:r>
          </a:p>
          <a:p>
            <a:r>
              <a:t>upload again.</a:t>
            </a:r>
          </a:p>
          <a:p/>
          <a:p>
            <a:r>
              <a:t>The actuators they are NOT driving sit on tables around the room. Tell them</a:t>
            </a:r>
          </a:p>
          <a:p>
            <a:r>
              <a:t>explicitly to go and pick those up between tasks. The comparison still happens,</a:t>
            </a:r>
          </a:p>
          <a:p>
            <a:r>
              <a:t>just on their own initiative rather than on a timer.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it, do not narrate it. Fifteen seconds.</a:t>
            </a:r>
          </a:p>
          <a:p/>
          <a:p>
            <a:r>
              <a:t>The one hard checkpoint is 0:25. Everyone should have task 01 running by then.</a:t>
            </a:r>
          </a:p>
          <a:p>
            <a:r>
              <a:t>If someone is still fighting drivers at 0:30, pair them with a group that is</a:t>
            </a:r>
          </a:p>
          <a:p>
            <a:r>
              <a:t>working rather than debugging it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0:10. Boards out.</a:t>
            </a:r>
          </a:p>
          <a:p/>
          <a:p>
            <a:r>
              <a:t>Get EVERYONE through task 01 before anyone races ahead. It is the shortest and</a:t>
            </a:r>
          </a:p>
          <a:p>
            <a:r>
              <a:t>it flushes out the setup problems: wrong board, wrong port, missing driver.</a:t>
            </a:r>
          </a:p>
          <a:p/>
          <a:p>
            <a:r>
              <a:t>Once task 01 runs for a pair, they can move at their own 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 on this slide, no more.</a:t>
            </a:r>
          </a:p>
          <a:p/>
          <a:p>
            <a:r>
              <a:t>Name the arc, it is the point: 1 to 3 are output, 4 is input, 5 is both. By</a:t>
            </a:r>
          </a:p>
          <a:p>
            <a:r>
              <a:t>task 5 they have built a complete interaction loop, which is the shape of most</a:t>
            </a:r>
          </a:p>
          <a:p>
            <a:r>
              <a:t>project work.</a:t>
            </a:r>
          </a:p>
          <a:p/>
          <a:p>
            <a:r>
              <a:t>Say clearly that nobody is expected to finish all five. Getting 01 working and</a:t>
            </a:r>
          </a:p>
          <a:p>
            <a:r>
              <a:t>then properly playing with 02 beats rushing all of them.</a:t>
            </a:r>
          </a:p>
          <a:p/>
          <a:p>
            <a:r>
              <a:t>Task 05's last experiment IS the closing brief, so the work carries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format once here rather than repeating it per task.</a:t>
            </a:r>
          </a:p>
          <a:p/>
          <a:p>
            <a:r>
              <a:t>CHANGE ME at the top: two or three numbers, already set to something that</a:t>
            </a:r>
          </a:p>
          <a:p>
            <a:r>
              <a:t>works. THINGS TO TRY at the bottom: four experiments, easy to hard, and the</a:t>
            </a:r>
          </a:p>
          <a:p>
            <a:r>
              <a:t>last one usually asks for a rewrite rather than a tweak.</a:t>
            </a:r>
          </a:p>
          <a:p/>
          <a:p>
            <a:r>
              <a:t>Upload problems, in the order they will hit you:</a:t>
            </a:r>
          </a:p>
          <a:p>
            <a:r>
              <a:t>  * wrong board or port under Tools</a:t>
            </a:r>
          </a:p>
          <a:p>
            <a:r>
              <a:t>  * ADCTouch not installed (tasks 04 and 05)</a:t>
            </a:r>
          </a:p>
          <a:p>
            <a:r>
              <a:t>  * solenoid task: board resets when it fires means its supply is off</a:t>
            </a:r>
          </a:p>
          <a:p/>
          <a:p>
            <a:r>
              <a:t>Write the repo URL on the whiteboard now. It gets asked for six times.</a:t>
            </a:r>
          </a:p>
          <a:p/>
          <a:p>
            <a:r>
              <a:t>If a task's hardware fails, utils/ has the diagnostics: pin_sweep, i2c_scanner,</a:t>
            </a:r>
          </a:p>
          <a:p>
            <a:r>
              <a:t>analog_monitor.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this out before anything else, or you will spend the session</a:t>
            </a:r>
          </a:p>
          <a:p>
            <a:r>
              <a:t>fetching parts one at a time.</a:t>
            </a:r>
          </a:p>
          <a:p/>
          <a:p>
            <a:r>
              <a:t>One set per pair. The three drawer numbers are the ones people actually come</a:t>
            </a:r>
          </a:p>
          <a:p>
            <a:r>
              <a:t>back and ask for: 8A breadboard supply, 2C H-bridge, 11F amplifier.</a:t>
            </a:r>
          </a:p>
          <a:p/>
          <a:p>
            <a:r>
              <a:t>Jumper wires, breadboards and resistors are not tracked in the component</a:t>
            </a:r>
          </a:p>
          <a:p>
            <a:r>
              <a:t>database, so make sure there are enough on the tables before students</a:t>
            </a:r>
          </a:p>
          <a:p>
            <a:r>
              <a:t>arrive.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 total for this whole run of slides. It is a menu, not a</a:t>
            </a:r>
          </a:p>
          <a:p>
            <a:r>
              <a:t>lecture: they are choosing what to go and pick up later.</a:t>
            </a:r>
          </a:p>
          <a:p/>
          <a:p>
            <a:r>
              <a:t>Hold up the real part as you show each one. The photo is a reminder for people</a:t>
            </a:r>
          </a:p>
          <a:p>
            <a:r>
              <a:t>reading the deck afterwards; the object in your hand is what lands in the</a:t>
            </a:r>
          </a:p>
          <a:p>
            <a:r>
              <a:t>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everybody already owns without knowing it. Every phone has one.</a:t>
            </a:r>
          </a:p>
          <a:p/>
          <a:p>
            <a:r>
              <a:t>The point worth making: speed and strength are welded together. That single</a:t>
            </a:r>
          </a:p>
          <a:p>
            <a:r>
              <a:t>constraint is why the other five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escape from the coin motor's compromise. A crystal that flexes when</a:t>
            </a:r>
          </a:p>
          <a:p>
            <a:r>
              <a:t>you put current across it: near-instant, almost no power, but shallow.</a:t>
            </a:r>
          </a:p>
          <a:p/>
          <a:p>
            <a:r>
              <a:t>A tick, not a thump. Point anyone here who needs something to feel responsive</a:t>
            </a:r>
          </a:p>
          <a:p>
            <a:r>
              <a:t>rather than just present. 69 in the drawer, so nobody has to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this one around if you can. It is the one people remember, because a</a:t>
            </a:r>
          </a:p>
          <a:p>
            <a:r>
              <a:t>knock reads as a person rather than a machine.</a:t>
            </a:r>
          </a:p>
          <a:p/>
          <a:p>
            <a:r>
              <a:t>Warn them now that it needs its own supply, so it does not come as a surprise</a:t>
            </a:r>
          </a:p>
          <a:p>
            <a:r>
              <a:t>at task 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up a wire and a piece of foil. That is genuinely the whole sensor.</a:t>
            </a:r>
          </a:p>
          <a:p/>
          <a:p>
            <a:r>
              <a:t>This is the slide that changes what people think is possible, because it costs</a:t>
            </a:r>
          </a:p>
          <a:p>
            <a:r>
              <a:t>nothing and hides completely inside a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honest limitation out loud: it is slow, and hot alternating with</a:t>
            </a:r>
          </a:p>
          <a:p>
            <a:r>
              <a:t>cold just reads as lukewarm.</a:t>
            </a:r>
          </a:p>
          <a:p/>
          <a:p>
            <a:r>
              <a:t>Good for slow ambient state. Wrong for alerts. Saying so here saves a project</a:t>
            </a:r>
          </a:p>
          <a:p>
            <a:r>
              <a:t>from finding out in week 46.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redundancy argument. Same driver, one frequency you feel and one you</a:t>
            </a:r>
          </a:p>
          <a:p>
            <a:r>
              <a:t>hear.</a:t>
            </a:r>
          </a:p>
          <a:p/>
          <a:p>
            <a:r>
              <a:t>Together is not louder, it is more certain. Cheapest reliability a project can</a:t>
            </a:r>
          </a:p>
          <a:p>
            <a:r>
              <a:t>buy, and it is also the accessibility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Worth showing even though it is not in a task. Most projects that need</a:t>
            </a:r>
          </a:p>
          <a:p>
            <a:r>
              <a:t>something to physically move end up here rather than on a vibration motor.</a:t>
            </a:r>
          </a:p>
          <a:p/>
          <a:p>
            <a:r>
              <a:t>80 in stock, so nobody has to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precision option. Moves in known steps, so you can position it</a:t>
            </a:r>
          </a:p>
          <a:p>
            <a:r>
              <a:t>without any feedback sensor at all.</a:t>
            </a:r>
          </a:p>
          <a:p/>
          <a:p>
            <a:r>
              <a:t>Needs a ULN2003 driver board, drawer 2A, 27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people forget exists. It grabs and lets go, with nothing moving.</a:t>
            </a:r>
          </a:p>
          <a:p/>
          <a:p>
            <a:r>
              <a:t>Good answer for anything that should hold and then release: a latch, a door, a</a:t>
            </a:r>
          </a:p>
          <a:p>
            <a:r>
              <a:t>thing that falls when the event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this out loud, do not just show it. Some students will not believe</a:t>
            </a:r>
          </a:p>
          <a:p>
            <a:r>
              <a:t>they are allowed to skip ahead or stop early unless you tell them.</a:t>
            </a:r>
          </a:p>
          <a:p/>
          <a:p>
            <a:r>
              <a:t>The failure mode is a pair rushing all five tasks badly instead of doing two</a:t>
            </a:r>
          </a:p>
          <a:p>
            <a:r>
              <a:t>properly. Name that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only slide where you should sound firm.</a:t>
            </a:r>
          </a:p>
          <a:p/>
          <a:p>
            <a:r>
              <a:t>Three real hazards:</a:t>
            </a:r>
          </a:p>
          <a:p>
            <a:r>
              <a:t>  * solenoid and Peltier on their own supply, not USB</a:t>
            </a:r>
          </a:p>
          <a:p>
            <a:r>
              <a:t>  * Peltier heatsink on before it is switched on, no exceptions</a:t>
            </a:r>
          </a:p>
          <a:p>
            <a:r>
              <a:t>  * no motor straight from a pin</a:t>
            </a:r>
          </a:p>
          <a:p/>
          <a:p>
            <a:r>
              <a:t>Say the numbers: a pin gives 40 mA, the motor wants about 75. It is not a rule</a:t>
            </a:r>
          </a:p>
          <a:p>
            <a:r>
              <a:t>they have to take on faith.</a:t>
            </a:r>
          </a:p>
          <a:p/>
          <a:p>
            <a:r>
              <a:t>Also mention that a board resetting when the solenoid fires is a POWER problem,</a:t>
            </a:r>
          </a:p>
          <a:p>
            <a:r>
              <a:t>not a code bug. It will save someone twenty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This is the single idea most worth stealing from today, and</a:t>
            </a:r>
          </a:p>
          <a:p>
            <a:r>
              <a:t>it is worth interrupting the room for once most people have reached task 04.</a:t>
            </a:r>
          </a:p>
          <a:p/>
          <a:p>
            <a:r>
              <a:t>Two things students get wrong:</a:t>
            </a:r>
          </a:p>
          <a:p/>
          <a:p>
            <a:r>
              <a:t>1. A fixed threshold. Works in the morning, fails after lunch, because the</a:t>
            </a:r>
          </a:p>
          <a:p>
            <a:r>
              <a:t>   reading drifts with humidity and mains hum.</a:t>
            </a:r>
          </a:p>
          <a:p/>
          <a:p>
            <a:r>
              <a:t>2. Feeding the baseline buffer always. A long press then teaches the baseline</a:t>
            </a:r>
          </a:p>
          <a:p>
            <a:r>
              <a:t>   that a finger is normal, and the touch silently stops working. The buffer</a:t>
            </a:r>
          </a:p>
          <a:p>
            <a:r>
              <a:t>   must only learn while untouched.</a:t>
            </a:r>
          </a:p>
          <a:p/>
          <a:p>
            <a:r>
              <a:t>Put the Serial Plotter on the projector. Watching the baseline wander while the</a:t>
            </a:r>
          </a:p>
          <a:p>
            <a:r>
              <a:t>trigger line tracks it explains the whole design in ten seconds.</a:t>
            </a:r>
          </a:p>
          <a:p/>
          <a:p>
            <a:r>
              <a:t>For what it is worth, the rig this came from went through the same tuning: an</a:t>
            </a:r>
          </a:p>
          <a:p>
            <a:r>
              <a:t>earlier version used 1.008 with a 50-sample baseline, the final one 1.01 with</a:t>
            </a:r>
          </a:p>
          <a:p>
            <a:r>
              <a:t>25. Everyone tunes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1:25. Pull the room back together.</a:t>
            </a:r>
          </a:p>
          <a:p/>
          <a:p>
            <a:r>
              <a:t>One sentence per group: what surprised you. No slides, no laptops. Ten minutes.</a:t>
            </a:r>
          </a:p>
          <a:p/>
          <a:p>
            <a:r>
              <a:t>Expect someone to report the Peltier delay. Let that land, it is far more</a:t>
            </a:r>
          </a:p>
          <a:p>
            <a:r>
              <a:t>persuasive from a peer than from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Mention, do not teach. These sit on one table with a sign.</a:t>
            </a:r>
          </a:p>
          <a:p/>
          <a:p>
            <a:r>
              <a:t>The honest warnings matter more than the specs: PPG is useless once the hand</a:t>
            </a:r>
          </a:p>
          <a:p>
            <a:r>
              <a:t>moves, GSR drifts so only relative change works, FSRs need per-pad calibration.</a:t>
            </a:r>
          </a:p>
          <a:p/>
          <a:p>
            <a:r>
              <a:t>Push the phone option hard. For a lot of projects it beats everything else on</a:t>
            </a:r>
          </a:p>
          <a:p>
            <a:r>
              <a:t>the table and needs no soldering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Worth five minutes, because it reframes what a prototype can be. Half</a:t>
            </a:r>
          </a:p>
          <a:p>
            <a:r>
              <a:t>the room assumes multimodal means buying hardware.</a:t>
            </a:r>
          </a:p>
          <a:p/>
          <a:p>
            <a:r>
              <a:t>Have them open the page on their own phones while you talk. The split between</a:t>
            </a:r>
          </a:p>
          <a:p>
            <a:r>
              <a:t>what works and what does not lands much harder when it is their device.</a:t>
            </a:r>
          </a:p>
          <a:p/>
          <a:p>
            <a:r>
              <a:t>The watch line matters for project planning: several groups every year propose</a:t>
            </a:r>
          </a:p>
          <a:p>
            <a:r>
              <a:t>live Apple Watch or Garmin data, and neither streams to a web page. Both need a</a:t>
            </a:r>
          </a:p>
          <a:p>
            <a:r>
              <a:t>native companion app. Fine for after-the-fact analysis, not for anything</a:t>
            </a:r>
          </a:p>
          <a:p>
            <a:r>
              <a:t>reacting in real time inside the project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single most useful fact on the slide, and the one people get wrong</a:t>
            </a:r>
          </a:p>
          <a:p>
            <a:r>
              <a:t>because a blog post said otherwise.</a:t>
            </a:r>
          </a:p>
          <a:p/>
          <a:p>
            <a:r>
              <a:t>Say it plainly: iPhones do not vibrate from a web page. Not with a polyfill,</a:t>
            </a:r>
          </a:p>
          <a:p>
            <a:r>
              <a:t>not with a library, not in Chrome for iOS, which is Safari underneath.</a:t>
            </a:r>
          </a:p>
          <a:p/>
          <a:p>
            <a:r>
              <a:t>The general lesson is bigger than vibration: check the feature on caniuse</a:t>
            </a:r>
          </a:p>
          <a:p>
            <a:r>
              <a:t>before it goes in a project plan, not after. Two minutes now against a</a:t>
            </a:r>
          </a:p>
          <a:p>
            <a:r>
              <a:t>rewrite in week 46.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minutes, and put the actual repos on screen if you can.</a:t>
            </a:r>
          </a:p>
          <a:p/>
          <a:p>
            <a:r>
              <a:t>The argument: this was built by students at your stage, not by a lab with a</a:t>
            </a:r>
          </a:p>
          <a:p>
            <a:r>
              <a:t>budget. The gap between "we should use touch" and "it moves when you touch it"</a:t>
            </a:r>
          </a:p>
          <a:p>
            <a:r>
              <a:t>is smaller than it looks.</a:t>
            </a:r>
          </a:p>
          <a:p/>
          <a:p>
            <a:r>
              <a:t>The moving screen has a browser control panel over the serial port, which is</a:t>
            </a:r>
          </a:p>
          <a:p>
            <a:r>
              <a:t>what you will wish you had at the project demonstrations.</a:t>
            </a:r>
          </a:p>
          <a:p/>
          <a:p>
            <a:r>
              <a:t>Note for you: the sock repo has a hardcoded Wi-Fi password and live patient IDs</a:t>
            </a:r>
          </a:p>
          <a:p>
            <a:r>
              <a:t>in it. Scrub before showing, or show only the calibration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1:35. The blind test.</a:t>
            </a:r>
          </a:p>
          <a:p/>
          <a:p>
            <a:r>
              <a:t>Most groups will already have something from task 05. This is where it gets</a:t>
            </a:r>
          </a:p>
          <a:p>
            <a:r>
              <a:t>tested by someone who did not build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brief out once, then get out of the way. Full wording, since the</a:t>
            </a:r>
          </a:p>
          <a:p>
            <a:r>
              <a:t>slide is only the bones:</a:t>
            </a:r>
          </a:p>
          <a:p/>
          <a:p>
            <a:r>
              <a:t>"Pick one actuator. Encode three messages: arrived, something wrong, finished.</a:t>
            </a:r>
          </a:p>
          <a:p>
            <a:r>
              <a:t>Vary only the rhythm of the pulses and how strong they are. Then hand it to</a:t>
            </a:r>
          </a:p>
          <a:p>
            <a:r>
              <a:t>another group with the screen turned away and see if they can name all three."</a:t>
            </a:r>
          </a:p>
          <a:p/>
          <a:p>
            <a:r>
              <a:t>If someone asks to add a second actuator, say no. The constraint is the</a:t>
            </a:r>
          </a:p>
          <a:p>
            <a:r>
              <a:t>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worth repeating twice.</a:t>
            </a:r>
          </a:p>
          <a:p/>
          <a:p>
            <a:r>
              <a:t>Run the test: swap groups, receiver looks away, guess all three.</a:t>
            </a:r>
          </a:p>
          <a:p/>
          <a:p>
            <a:r>
              <a:t>Then have each group name which two got confused and what would have separated</a:t>
            </a:r>
          </a:p>
          <a:p>
            <a:r>
              <a:t>them. That confusion is the actual learning, not the successful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this up while the blind tests are running so groups can check</a:t>
            </a:r>
          </a:p>
          <a:p>
            <a:r>
              <a:t>themselves without asking you.</a:t>
            </a:r>
          </a:p>
          <a:p/>
          <a:p>
            <a:r>
              <a:t>The second line matters most: a device that fires continuously when held is</a:t>
            </a:r>
          </a:p>
          <a:p>
            <a:r>
              <a:t>the single most common bug, and it is a debounce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closing argument. Thirty seconds.</a:t>
            </a:r>
          </a:p>
          <a:p/>
          <a:p>
            <a:r>
              <a:t>If they leave with only one thing, it should be the third: pick the actuator</a:t>
            </a:r>
          </a:p>
          <a:p>
            <a:r>
              <a:t>before designing the interaction. Discovering in week 46 that the chosen one</a:t>
            </a:r>
          </a:p>
          <a:p>
            <a:r>
              <a:t>cannot do the job is the expensive mistake this session exists to prevent.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them at the repo. Every task sketch is commented for them, and the</a:t>
            </a:r>
          </a:p>
          <a:p>
            <a:r>
              <a:t>bench test sketches are there too if they want to see the minimal version.</a:t>
            </a:r>
          </a:p>
          <a:p/>
          <a:p>
            <a:r>
              <a:t>Last thing to say: pick your actuator before you design the interaction, not</a:t>
            </a:r>
          </a:p>
          <a:p>
            <a:r>
              <a:t>after. Today was so they can do that from experience rather than a datasheet.</a:t>
            </a:r>
          </a:p>
          <a:p/>
          <a:p>
            <a:r>
              <a:t>Pack down: everything back in the box, including the resistors. It will not all</a:t>
            </a:r>
          </a:p>
          <a:p>
            <a:r>
              <a:t>come back.</a:t>
            </a:r>
          </a:p>
          <a:p/>
          <a:p>
            <a:r>
              <a:t>If anyone wants to borrow parts for the project weeks, now is when they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0025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ctrTitle" idx="0"/>
          </p:nvPr>
        </p:nvSpPr>
        <p:spPr>
          <a:xfrm>
            <a:off x="914400" y="2540000"/>
            <a:ext cx="10414000" cy="1524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5400" b="1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sp>
        <p:nvSpPr>
          <p:cNvPr id="101" name="Subtitle"/>
          <p:cNvSpPr>
            <a:spLocks noGrp="1"/>
          </p:cNvSpPr>
          <p:nvPr>
            <p:ph type="subTitle" idx="1"/>
          </p:nvPr>
        </p:nvSpPr>
        <p:spPr>
          <a:xfrm>
            <a:off x="914400" y="4191000"/>
            <a:ext cx="9652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2000" b="0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pic>
        <p:nvPicPr>
          <p:cNvPr id="2" name="Picture 1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3" name="Picture 2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PROTOTYPING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10541000" cy="7112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2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ody"/>
          <p:cNvSpPr>
            <a:spLocks noGrp="1"/>
          </p:cNvSpPr>
          <p:nvPr>
            <p:ph type="body" idx="1"/>
          </p:nvPr>
        </p:nvSpPr>
        <p:spPr>
          <a:xfrm>
            <a:off x="914400" y="1905000"/>
            <a:ext cx="10033000" cy="3937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7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 Title"/>
          <p:cNvSpPr>
            <a:spLocks noGrp="1"/>
          </p:cNvSpPr>
          <p:nvPr>
            <p:ph type="title" idx="0"/>
          </p:nvPr>
        </p:nvSpPr>
        <p:spPr>
          <a:xfrm>
            <a:off x="914400" y="2921000"/>
            <a:ext cx="10414000" cy="1651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44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6510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ench 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7620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0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ench Description"/>
          <p:cNvSpPr>
            <a:spLocks noGrp="1"/>
          </p:cNvSpPr>
          <p:nvPr>
            <p:ph type="body" idx="1"/>
          </p:nvPr>
        </p:nvSpPr>
        <p:spPr>
          <a:xfrm>
            <a:off x="914400" y="1701800"/>
            <a:ext cx="6604000" cy="3810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6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2" name="Spec Block"/>
          <p:cNvSpPr>
            <a:spLocks noGrp="1"/>
          </p:cNvSpPr>
          <p:nvPr>
            <p:ph type="body" idx="2"/>
          </p:nvPr>
        </p:nvSpPr>
        <p:spPr>
          <a:xfrm>
            <a:off x="8255000" y="2133600"/>
            <a:ext cx="3175000" cy="3048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2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FEEL BEFORE YOU BUILD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Hands-on prototyping with actuators  ·  2 hours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TLDR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Two hours finding out what actuators feel like, and leaving able to drive one from your own code.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Get a board and run task 01. Something spins.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Change two numbers, upload again. That loop is the workshop.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Pick up the actuators you are not driving.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Work through as many of the five tasks as you get to.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Build one signal someone else can read without looking.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WHY WE ARE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You can read a datasheet. You have never held one of these.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Most projects end up on the screen and the speaker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 because touch was wrong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Because nobody knew a coin motor costs 12 kr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Today: decide it feels cheap, pick something else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Better now than in week 46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TODAY WORKS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board each, five tasks, everything pre-wired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Upload, change two numbers, upload again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wire nothing today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Actuators are on the tables at the front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Go and feel the ones your task does not use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Finish by building one signal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Someone else has to read it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RUN SHEET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600"/>
              </a:spcAft>
              <a:buNone/>
            </a:pPr>
            <a:r>
              <a:rPr sz="1500" b="0">
                <a:solidFill>
                  <a:srgbClr val="595959"/>
                </a:solidFill>
                <a:latin typeface="Arial"/>
              </a:rPr>
              <a:t>Times are offsets from the start. The only hard checkpoint is 0:25: everyone has task 01 running.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0:00     10 min    Two motors, same message. Which felt urgent?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0:10     15 min    Boards out, task 01 running for everyone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0:25     60 min    Tasks 02 to 05, at your own pace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1:25     10 min    Round-the-room: what surprised you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1:35     20 min    Blind test on task 05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1:55      5 min    Pack down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FIVE TASKS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FIVE TASKS, ONE BOARD EACH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Upload, change two numbers, upload again. That loop is the point.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01   Make something spin        coin motor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02   Make something tap         solenoid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03   Make something warm        Peltier tile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04   Make it notice you         a wire and foil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05   Make it answer back        both together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06   Use what you have          your own phone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1 to 3 are output. 4 is input. 5 is both. 6 needs no board.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Nobody is expected to finish all five.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THE TASK SKETCHES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Every sketch runs the moment you upload it. Nothing to wire.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CHANGE ME block at the top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Two or three numbers. Edit, upload, feel the difference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THINGS TO TRY list at the bottom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Four experiments, roughly in order of difficulty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 last one is usually the interesting one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github.com/gust1527/multimodal-actuator-workshop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WHAT YOU GET IN THE BASE KIT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set per pair. Collect it before you start task 01.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Board, breadboard, jumper wires, USB cable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Assorted resistors and a few transistors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Breadboard power supply, drawer 8A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42 in stock. Use it for anything that is not just an LED.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L9110S H-bridge, drawer 2C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24 in stock. Needed for the Peltier and for reversing a motor.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PAM8403 amplifier, drawer 11F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25 in stock. Needed to drive a transducer.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WHAT IS ON THE TABLES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VIBRATING MINI MOTOR DISC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An off-centre weight on a motor shaft, sealed in a disc. The same part as in your phone.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buzz you cannot make gentle and fast at once.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Phone notifications, controller rumble, anything worn under clothing.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1E  |  117 in stock  |  2.5-3.8 V  |  PWM pin</a:t>
            </a:r>
          </a:p>
        </p:txBody>
      </p:sp>
      <p:pic>
        <p:nvPicPr>
          <p:cNvPr id="4" name="Picture 3" descr="e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PIEZO ELEMENT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crystal that flexes when you put current across it. Near-instant, almost no power, but shallow.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tick, not a thump.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Clicks and confirmations. Anything where lag would feel broken.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6F  |  69 in stock  |  any digital pin</a:t>
            </a:r>
          </a:p>
        </p:txBody>
      </p:sp>
      <p:pic>
        <p:nvPicPr>
          <p:cNvPr id="4" name="Picture 3" descr="piez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3175000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MINI PUSH-PULL SOLENOID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coil that yanks a metal rod when you energise it. No half a tap: it fires or it does not.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person tapping you, not a machine signalling.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Navigation cues on the body, braille cells, alerts in noise.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3E  |  24 in stock  |  5V  |  needs a MOSFET</a:t>
            </a:r>
          </a:p>
        </p:txBody>
      </p:sp>
      <p:pic>
        <p:nvPicPr>
          <p:cNvPr id="4" name="Picture 3" descr="soleno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CAPACITIVE PAD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wire taped behind foil, card or fabric. No sensor, no breakout board.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nothing. That is the point. The surface stays plain.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Invisible controls in wood or fabric, waterproof panels.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No part number. A wire, on any analogue pin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05000"/>
            <a:ext cx="4191000" cy="3175000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900" b="1">
                <a:solidFill>
                  <a:srgbClr val="595959"/>
                </a:solidFill>
                <a:latin typeface="Arial"/>
              </a:rPr>
              <a:t>PHOTO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95959"/>
                </a:solidFill>
                <a:latin typeface="Arial"/>
              </a:rPr>
              <a:t>Capacitive pad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PELTIER TILE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Heats one face and cools the other. Flip the current and it reverses.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slow. Several seconds before you are sure which way.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Slow ambient state. Never an alert.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4C  |  25 small, 35 big  |  needs an H bridge</a:t>
            </a:r>
          </a:p>
        </p:txBody>
      </p:sp>
      <p:pic>
        <p:nvPicPr>
          <p:cNvPr id="4" name="Picture 3" descr="pelti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325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SURFACE TRANSDUCER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Turns any surface into a speaker. Drive it so one frequency is felt and another is heard, from the same part.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more certain, rather than louder.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Noisy or bright environments, and accessibility.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7F  |  12 large, 13 medium, 23 bone  |  needs an amp</a:t>
            </a:r>
          </a:p>
        </p:txBody>
      </p:sp>
      <p:pic>
        <p:nvPicPr>
          <p:cNvPr id="4" name="Picture 3" descr="transduc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3175000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SERVO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motor that holds a position instead of spinning freely. Tell it an angle and it goes there.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something deliberate moving, with force behind it.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Anything that points, pushes, opens or resists a hand.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2F  |  80 in stock  |  Servo.h  |  needs its own 5V</a:t>
            </a:r>
          </a:p>
        </p:txBody>
      </p:sp>
      <p:pic>
        <p:nvPicPr>
          <p:cNvPr id="4" name="Picture 3" descr="serv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STEPPER MOTOR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Moves in fixed steps rather than continuously, so you always know where it is without a sensor.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precise, and audibly clicky.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Slow accurate motion. Dials, sliders, anything positioned.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2A  |  44 in stock  |  needs a ULN2003 driver</a:t>
            </a:r>
          </a:p>
        </p:txBody>
      </p:sp>
      <p:pic>
        <p:nvPicPr>
          <p:cNvPr id="4" name="Picture 3" descr="step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2280942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ELECTROMAGNET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Grabs and releases ferrous metal on command. No moving parts of its own.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grip that appears and vanishes.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Latches, holds, and anything that should let go on cue.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3D  |  17 mini, 11 standard  |  needs a MOSFET</a:t>
            </a:r>
          </a:p>
        </p:txBody>
      </p:sp>
      <p:pic>
        <p:nvPicPr>
          <p:cNvPr id="4" name="Picture 3" descr="electromag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1784181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FREESTYLE IS ENCOURAGED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 do not have to do the tasks in order.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 do not have to finish them.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Getting task 01 working and then properly playing with task 02 beats rushing through all five.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you want to drive something that is not in front of you, go and get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BEFORE YOU POWER ANYTHING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solenoid and the Peltier both pull real current.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They need their own supply. Ask before you rewire either.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Peltier needs its heatsink on. Every time.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Without it the tile cooks itself in about a minute.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Never drive a motor straight from a pin.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40 mA limit. The motor wants nearly twice that.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ONE THAT SURPRISES PEOPLE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Touch input for the price of a wire. The thinking is where it costs you.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reading &gt; baselineAverage() * 1.01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Threshold is relative, never absolute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Readings drift with humidity and mains hum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Fixed threshold works at 9am, fails at 1pm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Baseline only learns while untouched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Or a long press teaches it that a finger is normal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INPUTS, AND PRIOR ART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INPUTS WORTH KNOWING ABOUT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table with a sign. Wander over between tasks.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Capacitive touch. A wire. That is task 04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Heart rate (PPG). Useless once the hand moves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Skin conductance (GSR). Relative change only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Flex sensor. The cheap data glove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Pressure (FSR). Calibrate every pad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Your own phone. No soldering at all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SENSORS ALREADY IN THE ROOM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Every phone here is a multimodal device. Some of it the browser will hand you, some of it it will not.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Works in a web page today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Accelerometer and gyroscope. Tap to grant, HTTPS only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Microphone. Easiest continuous input there is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Camera. Even reads a pulse off a face, badly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Trackpad pressure. Pointer Events carry a 0 to 1 force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Does NOT work, whatever the tutorial says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Phone vibration on iOS. WebKit has never shipped it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Apple Watch or Garmin, live. Both need a native app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ONE TO CHECK BEFORE YOU PROMISE 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navigator.vibrate: Android yes, iOS no, at every version to date.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caniuse lists Safari 3.1 to 27 as unsupported.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Chrome and Firefox on iOS are Safari underneath, so they inherit the gap.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"The phone buzzes" therefore works on some of the room and no iPhones.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Check the feature, not the tutorial, before it is in your plan.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TWO RIGS THAT ALREADY EXIST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Built here, by students at roughly your stage.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Moving screen, Arduino Uno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Breathes when idle. Retreats when touched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Easing and idle motion do the work. A dozen lines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Instrumented sock, ESP32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Six force sensors under a foot, batched over Wi-Fi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Calibrate per sensor. Batch your writes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BUILD ONE SIGNAL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BRIEF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30 minutes. Not long enough to be precious about it.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One actuator. Three messages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Arrived. Something wrong. Finished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Vary two things only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Rhythm of the pulses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How strong they are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Blind test: they name all three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Note which two got confused, and why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CONSTRAINT THAT MATTERS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recipient cannot look at the device.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it only works while someone watches a screen,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you built a visual interface with a motor glued to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TEST 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Hand your device to another group with the screen turned away.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They can tell all three messages apart.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It does not fire continuously when held.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know which two got confused, and what would have separated them.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It still works when they are not looking at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WHAT YOU ACTUALLY LEARN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Three things you cannot get from a datasheet.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What things feel like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 motor is a nudge. A solenoid is a knock. A Peltier is slow.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How to drive one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PWM, direction, debouncing, and why a motor never goes straight to a pin.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What to pick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Choosing the actuator before designing the interaction, not in week 46.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GO AND TOUCH THINGS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github.com/gust1527/multimodal-actuator-workshop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