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here. Don't read the slide.</a:t>
            </a:r>
          </a:p>
          <a:p/>
          <a:p>
            <a:r>
              <a:t>Open with the failing demo, not with talking. Have the coin motor and the</a:t>
            </a:r>
          </a:p>
          <a:p>
            <a:r>
              <a:t>solenoid both wired and ready before anyone sits down.</a:t>
            </a:r>
          </a:p>
          <a:p/>
          <a:p>
            <a:r>
              <a:t>Buzz a phone-style notification on the ERM. Then send the same message on the</a:t>
            </a:r>
          </a:p>
          <a:p>
            <a:r>
              <a:t>solenoid. Ask: which felt more urgent? Let them answer. Nobody needs theory</a:t>
            </a:r>
          </a:p>
          <a:p>
            <a:r>
              <a:t>for that, and that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version: every year projects end up on the screen and the</a:t>
            </a:r>
          </a:p>
          <a:p>
            <a:r>
              <a:t>speaker, and touch gets designed on paper then dropped.</a:t>
            </a:r>
          </a:p>
          <a:p/>
          <a:p>
            <a:r>
              <a:t>Not because it was wrong. Because nobody had held the parts.</a:t>
            </a:r>
          </a:p>
          <a:p/>
          <a:p>
            <a:r>
              <a:t>They get the Actuators lecture tomorrow. Today is the hands, not the theory.</a:t>
            </a:r>
          </a:p>
          <a:p/>
          <a:p>
            <a:r>
              <a:t>Keep this short, 2 minutes. They came to do things, not hear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rules firmly, because the rotation collapses if you don't.</a:t>
            </a:r>
          </a:p>
          <a:p/>
          <a:p>
            <a:r>
              <a:t>Nobody wires anything today. Everything is pre-wired and running. They turn</a:t>
            </a:r>
          </a:p>
          <a:p>
            <a:r>
              <a:t>one knob and answer one question.</a:t>
            </a:r>
          </a:p>
          <a:p/>
          <a:p>
            <a:r>
              <a:t>Say out loud: the timer is hard. Ten minutes means ten minutes. Bench 3, the</a:t>
            </a:r>
          </a:p>
          <a:p>
            <a:r>
              <a:t>solenoid, is the one people will not want to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don't narrate it. Fifteen seconds.</a:t>
            </a:r>
          </a:p>
          <a:p/>
          <a:p>
            <a:r>
              <a:t>Practical: assign each group a DIFFERENT starting bench so they rotate cleanly.</a:t>
            </a:r>
          </a:p>
          <a:p>
            <a:r>
              <a:t>Six groups, six benches. Write starting numbers on the whiteboard.</a:t>
            </a:r>
          </a:p>
          <a:p/>
          <a:p>
            <a:r>
              <a:t>If a bench breaks mid-session, pull it and go to five. Five working benches</a:t>
            </a:r>
          </a:p>
          <a:p>
            <a:r>
              <a:t>beat six with a mystery.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Rotation starts. Set a visible timer.</a:t>
            </a:r>
          </a:p>
          <a:p/>
          <a:p>
            <a:r>
              <a:t>You are now a timekeeper, not a lecturer. Call the rotation loudly every ten</a:t>
            </a:r>
          </a:p>
          <a:p>
            <a:r>
              <a:t>minutes. Circulate, but do not rescue. Let them poke at things.</a:t>
            </a:r>
          </a:p>
          <a:p/>
          <a:p>
            <a:r>
              <a:t>The bench slides that follow are reference for YOU and for anyone who wants to</a:t>
            </a:r>
          </a:p>
          <a:p>
            <a:r>
              <a:t>look back. Do not present them one by one before the rotation. That would eat</a:t>
            </a:r>
          </a:p>
          <a:p>
            <a:r>
              <a:t>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limitation, made physical: speed and strength are mechanically</a:t>
            </a:r>
          </a:p>
          <a:p>
            <a:r>
              <a:t>linked on this motor. You cannot get gentle-but-fast.</a:t>
            </a:r>
          </a:p>
          <a:p/>
          <a:p>
            <a:r>
              <a:t>Common question: "why does it feel weak at low PWM?" Below about 90 the motor</a:t>
            </a:r>
          </a:p>
          <a:p>
            <a:r>
              <a:t>cannot overcome its own friction. That floor is real and worth naming.</a:t>
            </a:r>
          </a:p>
          <a:p/>
          <a:p>
            <a:r>
              <a:t>Never let anyone rewire this to a bare pin. 40 mA limit, motor pulls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bench 1's compromise. LRA is the phone-keyboard feel:</a:t>
            </a:r>
          </a:p>
          <a:p>
            <a:r>
              <a:t>5 ms on, 5 ms off. Piezo is sharp but shallow.</a:t>
            </a:r>
          </a:p>
          <a:p/>
          <a:p>
            <a:r>
              <a:t>If the LRA sounds wrong, the DRV2605L is in ERM mode. It must be told which</a:t>
            </a:r>
          </a:p>
          <a:p>
            <a:r>
              <a:t>type it's driving. That's the failure to expect here.</a:t>
            </a:r>
          </a:p>
          <a:p/>
          <a:p>
            <a:r>
              <a:t>Good moment to point out: 123 built-in waveforms means they don't have to</a:t>
            </a:r>
          </a:p>
          <a:p>
            <a:r>
              <a:t>design vibration from scratch in their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memorable one. A single knock reads as a person tapping you</a:t>
            </a:r>
          </a:p>
          <a:p>
            <a:r>
              <a:t>rather than a machine signalling. Worth naming out loud, because it is the</a:t>
            </a:r>
          </a:p>
          <a:p>
            <a:r>
              <a:t>whole reason it feels different.</a:t>
            </a:r>
          </a:p>
          <a:p/>
          <a:p>
            <a:r>
              <a:t>Watch the duty cycle. Solenoids get hot fast, so if it has been hammering for</a:t>
            </a:r>
          </a:p>
          <a:p>
            <a:r>
              <a:t>ten minutes, let it rest.</a:t>
            </a:r>
          </a:p>
          <a:p/>
          <a:p>
            <a:r>
              <a:t>Separate supply, common ground. On USB alone the board browns out and resets,</a:t>
            </a:r>
          </a:p>
          <a:p>
            <a:r>
              <a:t>which looks like a code bug and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surprise bench. No breakout board. The input is a wire.</a:t>
            </a:r>
          </a:p>
          <a:p/>
          <a:p>
            <a:r>
              <a:t>Have the Serial Plotter on a screen here. Watching the baseline wander while</a:t>
            </a:r>
          </a:p>
          <a:p>
            <a:r>
              <a:t>the trigger line tracks it teaches the whole idea in ten seconds.</a:t>
            </a:r>
          </a:p>
          <a:p/>
          <a:p>
            <a:r>
              <a:t>Let someone hold their hand NEAR without touching. The gradual approach is</a:t>
            </a:r>
          </a:p>
          <a:p>
            <a:r>
              <a:t>what makes the threshold question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one idea most worth stealing from today.</a:t>
            </a:r>
          </a:p>
          <a:p/>
          <a:p>
            <a:r>
              <a:t>Two things students get wrong:</a:t>
            </a:r>
          </a:p>
          <a:p/>
          <a:p>
            <a:r>
              <a:t>1. They use a fixed threshold. Works in the morning, fails after lunch,</a:t>
            </a:r>
          </a:p>
          <a:p>
            <a:r>
              <a:t>   because the reading drifts with humidity and mains hum.</a:t>
            </a:r>
          </a:p>
          <a:p/>
          <a:p>
            <a:r>
              <a:t>2. They feed the baseline buffer always. Then a long press teaches the</a:t>
            </a:r>
          </a:p>
          <a:p>
            <a:r>
              <a:t>   baseline that a finger is normal, and the touch silently stops working.</a:t>
            </a:r>
          </a:p>
          <a:p>
            <a:r>
              <a:t>   The buffer must ONLY learn while untouched.</a:t>
            </a:r>
          </a:p>
          <a:p/>
          <a:p>
            <a:r>
              <a:t>Code is in the repo, bench 04, commented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Thermal. People are bad at reading thermal patterns, and this is</a:t>
            </a:r>
          </a:p>
          <a:p>
            <a:r>
              <a:t>where they find that out for themselves.</a:t>
            </a:r>
          </a:p>
          <a:p/>
          <a:p>
            <a:r>
              <a:t>Make them time themselves. The 3 to 8 second onset kills a lot of bad project</a:t>
            </a:r>
          </a:p>
          <a:p>
            <a:r>
              <a:t>ideas before they get proposed, which is exactly what you want happening now</a:t>
            </a:r>
          </a:p>
          <a:p>
            <a:r>
              <a:t>rather than in week 46.</a:t>
            </a:r>
          </a:p>
          <a:p/>
          <a:p>
            <a:r>
              <a:t>Safety: heatsink on the hot side, capped at 45 C. Skin burns above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Redundancy, made physical. Same driver, two frequencies: one you feel,</a:t>
            </a:r>
          </a:p>
          <a:p>
            <a:r>
              <a:t>one you hear.</a:t>
            </a:r>
          </a:p>
          <a:p/>
          <a:p>
            <a:r>
              <a:t>The point isn't that together is louder. It's that together is more CERTAIN.</a:t>
            </a:r>
          </a:p>
          <a:p>
            <a:r>
              <a:t>Sending the same thing down two channels is the cheapest reliability their</a:t>
            </a:r>
          </a:p>
          <a:p>
            <a:r>
              <a:t>projects can buy.</a:t>
            </a:r>
          </a:p>
          <a:p/>
          <a:p>
            <a:r>
              <a:t>Ear defenders must actually be used or the comparison is dishonest.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1:10. Rotation over. Round-the-room now.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the thermal group to report the delay. Let that land, it is more</a:t>
            </a:r>
          </a:p>
          <a:p>
            <a:r>
              <a:t>persuasive coming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don't teach. These sit on one table with a sign.</a:t>
            </a:r>
          </a:p>
          <a:p/>
          <a:p>
            <a:r>
              <a:t>The honest warnings matter more than the specs: PPG is garbage once the hand</a:t>
            </a:r>
          </a:p>
          <a:p>
            <a:r>
              <a:t>moves, GSR drifts so only relative change is usable, FSRs need per-pad</a:t>
            </a:r>
          </a:p>
          <a:p>
            <a:r>
              <a:t>calibration.</a:t>
            </a:r>
          </a:p>
          <a:p/>
          <a:p>
            <a:r>
              <a:t>Push the phone option hard. For a lot of projects it genuinely beats</a:t>
            </a:r>
          </a:p>
          <a:p>
            <a:r>
              <a:t>everything else on the table and needs no soldering.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show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haptics" and "it moves when you touch</a:t>
            </a:r>
          </a:p>
          <a:p>
            <a:r>
              <a:t>it" is smaller than it looks.</a:t>
            </a:r>
          </a:p>
          <a:p/>
          <a:p>
            <a:r>
              <a:t>Note for you: the sock repo has a hardcoded Wi-Fi password and live patient</a:t>
            </a:r>
          </a:p>
          <a:p>
            <a:r>
              <a:t>IDs 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1:20. Build starts. Thirty minutes.</a:t>
            </a:r>
          </a:p>
          <a:p/>
          <a:p>
            <a:r>
              <a:t>Groups pick any actuator from the rotation. Most will pick bench 1 or 3</a:t>
            </a:r>
          </a:p>
          <a:p>
            <a:r>
              <a:t>because they are simplest. That is fine, the constraint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</a:t>
            </a:r>
          </a:p>
          <a:p/>
          <a:p>
            <a:r>
              <a:t>Rhythm and strength only. If someone asks to add a second actuator, say no.</a:t>
            </a:r>
          </a:p>
          <a:p>
            <a:r>
              <a:t>The constraint is the exercise. Encoding within one channel is the skill.</a:t>
            </a:r>
          </a:p>
          <a:p/>
          <a:p>
            <a:r>
              <a:t>Suggested set is on the slide, but let them choose their own three messages if</a:t>
            </a:r>
          </a:p>
          <a:p>
            <a:r>
              <a:t>they have a better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line worth repeating twice.</a:t>
            </a:r>
          </a:p>
          <a:p/>
          <a:p>
            <a:r>
              <a:t>1:50. Blind test.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  <a:p/>
          <a:p>
            <a:r>
              <a:t>Pack down: everything back in the box, including the resistors. It will not</a:t>
            </a:r>
          </a:p>
          <a:p>
            <a:r>
              <a:t>all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Bench 01 and 04 sketches are commented for them.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40000"/>
            <a:ext cx="104140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91000"/>
            <a:ext cx="9652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Today you put a vibration motor against your own wrist, decide it feels cheap, and pick something else. Better now than in week 46.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Every year, projects end up built entirely on the screen and the speaker.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Not because touch was the wrong choice. Because nobody knew that a coin motor costs 12 kr and takes two wires.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Six benches. Already wired. Already running.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Ten minutes each, on a hard timer.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You change one parameter and answer one question.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nothing. That is what the project weeks are for.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Then you build one signal and someone else tries to read it.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rotation is the spine of it, so keep it moving.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892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5146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500" y="24892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Two motors, same message. Which felt urgent?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734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0:10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0988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60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4500" y="30734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Bench rotation, 10 minutes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1:10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36830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4500" y="36576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Round-the-room: what surprised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418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1:20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42672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30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4500" y="42418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260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1:50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48514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500" y="48260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Blind test and pack down</a:t>
            </a:r>
          </a:p>
        </p:txBody>
      </p:sp>
      <p:pic>
        <p:nvPicPr>
          <p:cNvPr id="20" name="Picture 19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21" name="Picture 20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21000"/>
            <a:ext cx="10414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THE SIX BENCHES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01   ERM COIN MOTOR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VIBRATION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shaft. The same part that is in your phone and every game controller.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Turn the knob and notice what you cannot do. Speed and strength are mechanically welded together, so "gentle but fast" is not available 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At what point does it stop feeling like information and start feeling like a malfunction?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10mm 3V coin ERM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2N2222 + 1N4148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D9 (PWM)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~75 mA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spin-up   20–40 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~12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02   LRA + PIEZO DISC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VIBRATION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Two ways out of the ERM's compromise.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 LRA hits resonance in about 5 ms and stops just as fast, which is why phone keyboards use it.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 piezo is a crystal that flexes when you put current across it. Near-instant, almost no power, but shallow. A tick, not a thump.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Which of the three vibrators would you actually put on a wrist, and why not the others?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parts   LRA 10mm + piezo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driver   DRV2605L (I2C)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A4 SDA / A5 SCL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effects   123 waveforms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~90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03   SOLENOID TAP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A push-pull solenoid firing a single 15 ms pulse against a fingertip.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This is the bench everyone remembers. A single knock carries urgency that no amount of buzzing does, because it reads as a person tapping you rather than a machine signalling.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How many taps before it goes from alert to nagging?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5V push-pull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MOSFET + flyback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D6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peak   ~1.1 A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duty   &lt;= 25%, gets hot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~45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04   CAPACITIVE TOUCH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KINESTHETIC · TOUCH-TO-ACTUATE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Touch a surface with a bare finger and the servos react.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There is no button and no sensor you can point at. The input is a wire taped behind a plate, read on an analogue pin.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Any surface can become an input this way: foil, card, fabric.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Put your hand near the plate without touching. When exactly did it decide that was a touch?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sense   ADCTouch on A0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baseline   25-sample roll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trigger   1.01x average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debounce   100 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servos   D4 + D13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~0 kr, a wire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BENCH 04: THE WHOLE TRICK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 threshold is RELATIVE, never absolute.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humidity, with mains hum, with how you are sitting. A fixed threshold works in the morning and fails after lunch.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 baseline only learns while untouched.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Otherwise a long press slowly teaches it that a finger is normal, and the touch quietly stops registering.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05   PELTIER WARM / COOL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THERMAL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A thermoelectric tile: heats one side, cools the other, reverses when you flip the current.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Sit with it. It takes several seconds before you are sure which way it went.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And alternating hot with cold does not read as a pattern. It just reads as lukewarm.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Time yourself. How long until you would bet money on warmer vs cooler?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TEC1-12706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L298N H-bridge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D3 PWM / D4-5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2–4 A, bench PSU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onset   3–8 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cap   45 C in software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06   THE SAME SIGNAL, TWICE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INTRAMODAL · AUDIO + HAPTIC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One transducer on a plate, playing 40 Hz you feel and 400 Hz you hear, both from the same driver.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Toggle between them alone and together.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Together is not louder. It is more certain. Sending the same thing down two channels is the cheapest reliability your project can buy.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With ear defenders on, does the signal still 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bone-conduction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amp   PAM8403 class-D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D11 (tone)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felt   ~40 Hz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heard   ~400 Hz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~110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21000"/>
            <a:ext cx="10414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One table, not a rotation. Wander over during the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 on an analogue pin. See bench 04.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Steady at rest, useless once the hand moves.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Drifts constantly, so relative change only.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route to a data glove.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How hard, not just whether. Calibrate each pad.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Accelerometer, gyro, mic, camera, vibration motor. No soldering at all.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Capacitive sensing, servos and actuators (Arduino Uno)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A moving screen that breathes when idle and retreats when you touch it, with a browser control panel over the serial port.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Take away: easing and idle motion are what separate "a servo moved" from "it reacted to me". Both are a dozen lines.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 (ESP32, bachelor project)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sent to a server over Wi-Fi in batches, each with its own calibration constants.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Take away: calibrate per sensor, and batch your writes.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21000"/>
            <a:ext cx="10414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Deliberately not long enough to be precious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Pick one actuator from the rotation.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Encode three messages: arrived, something wrong, finished.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Vary only two things: the RHYTHM of the pulses, and how STRONG they are. No swapping actuators between messages.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Hand it to another group with the screen turned away. They name all three.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Write down which two got confused, and what would have separated them.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If your design only works when someone is watching a screen, you built a visual interface with a motor glued to it.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40000"/>
            <a:ext cx="104140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91000"/>
            <a:ext cx="9652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