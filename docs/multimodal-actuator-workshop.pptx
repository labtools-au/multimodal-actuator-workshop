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Boards out.</a:t>
            </a:r>
          </a:p>
          <a:p/>
          <a:p>
            <a:r>
              <a:t>Get EVERYONE through task 01 before anyone races ahead. It is the shortest and</a:t>
            </a:r>
          </a:p>
          <a:p>
            <a:r>
              <a:t>it flushes out the setup problems: wrong board, wrong port, missing driver.</a:t>
            </a:r>
          </a:p>
          <a:p/>
          <a:p>
            <a:r>
              <a:t>Once task 01 runs for a pair, they can move at their own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this out before anything else, or you will spend the session</a:t>
            </a:r>
          </a:p>
          <a:p>
            <a:r>
              <a:t>fetching parts one at a time.</a:t>
            </a:r>
          </a:p>
          <a:p/>
          <a:p>
            <a:r>
              <a:t>One set per pair. The three drawer numbers are the ones people actually come</a:t>
            </a:r>
          </a:p>
          <a:p>
            <a:r>
              <a:t>back and ask for: 8A breadboard supply, 2C H-bridge, 11F amplifier.</a:t>
            </a:r>
          </a:p>
          <a:p/>
          <a:p>
            <a:r>
              <a:t>Jumper wires, breadboards and resistors are not tracked in the component</a:t>
            </a:r>
          </a:p>
          <a:p>
            <a:r>
              <a:t>database, so make sure there are enough on the tables before students</a:t>
            </a:r>
          </a:p>
          <a:p>
            <a:r>
              <a:t>arrive.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 total for this whole run of slides. It is a menu, not a</a:t>
            </a:r>
          </a:p>
          <a:p>
            <a:r>
              <a:t>lecture: they are choosing what to go and pick up later.</a:t>
            </a:r>
          </a:p>
          <a:p/>
          <a:p>
            <a:r>
              <a:t>Hold up the real part as you show each one. The photo is a reminder for people</a:t>
            </a:r>
          </a:p>
          <a:p>
            <a:r>
              <a:t>reading the deck afterwards; the object in your hand is what lands in the</a:t>
            </a:r>
          </a:p>
          <a:p>
            <a:r>
              <a:t>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the coin motor's compromise. A crystal that flexes when</a:t>
            </a:r>
          </a:p>
          <a:p>
            <a:r>
              <a:t>you put current across it: near-instant, almost no power, but shallow.</a:t>
            </a:r>
          </a:p>
          <a:p/>
          <a:p>
            <a:r>
              <a:t>A tick, not a thump. Point anyone here who needs something to feel responsive</a:t>
            </a:r>
          </a:p>
          <a:p>
            <a:r>
              <a:t>rather than just present. 69 in the drawer,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even though it is not in a task. Most projects that need</a:t>
            </a:r>
          </a:p>
          <a:p>
            <a:r>
              <a:t>something to physically move end up here rather than on a vibration motor.</a:t>
            </a:r>
          </a:p>
          <a:p/>
          <a:p>
            <a:r>
              <a:t>80 in stock, so nobody has to share.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precision option. Moves in known steps, so you can position it</a:t>
            </a:r>
          </a:p>
          <a:p>
            <a:r>
              <a:t>without any feedback sensor at all.</a:t>
            </a:r>
          </a:p>
          <a:p/>
          <a:p>
            <a:r>
              <a:t>Needs a ULN2003 driver board, drawer 2A, 27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people forget exists. It grabs and lets go, with nothing moving.</a:t>
            </a:r>
          </a:p>
          <a:p/>
          <a:p>
            <a:r>
              <a:t>Good answer for anything that should hold and then release: a latch, a door, a</a:t>
            </a:r>
          </a:p>
          <a:p>
            <a:r>
              <a:t>thing that falls when the event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out loud, do not just show it. Some students will not believe</a:t>
            </a:r>
          </a:p>
          <a:p>
            <a:r>
              <a:t>they are allowed to skip ahead or stop early unless you tell them.</a:t>
            </a:r>
          </a:p>
          <a:p/>
          <a:p>
            <a:r>
              <a:t>The failure mode is a pair rushing all five tasks badly instead of doing two</a:t>
            </a:r>
          </a:p>
          <a:p>
            <a:r>
              <a:t>properly. Name that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slide where you should sound firm.</a:t>
            </a:r>
          </a:p>
          <a:p/>
          <a:p>
            <a:r>
              <a:t>Three real hazards:</a:t>
            </a:r>
          </a:p>
          <a:p>
            <a:r>
              <a:t>  * solenoid and Peltier on their own supply, not USB</a:t>
            </a:r>
          </a:p>
          <a:p>
            <a:r>
              <a:t>  * Peltier heatsink on before it is switched on, no exceptions</a:t>
            </a:r>
          </a:p>
          <a:p>
            <a:r>
              <a:t>  * no motor straight from a pin</a:t>
            </a:r>
          </a:p>
          <a:p/>
          <a:p>
            <a:r>
              <a:t>Say the numbers: a pin gives 40 mA, the motor wants about 75. It is not a rule</a:t>
            </a:r>
          </a:p>
          <a:p>
            <a:r>
              <a:t>they have to take on faith.</a:t>
            </a:r>
          </a:p>
          <a:p/>
          <a:p>
            <a:r>
              <a:t>Also mention that a board resetting when the solenoid fires is a POWER problem,</a:t>
            </a:r>
          </a:p>
          <a:p>
            <a:r>
              <a:t>not a code bug. It will save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five minutes, because it reframes what a prototype can be. Half</a:t>
            </a:r>
          </a:p>
          <a:p>
            <a:r>
              <a:t>the room assumes multimodal means buying hardware.</a:t>
            </a:r>
          </a:p>
          <a:p/>
          <a:p>
            <a:r>
              <a:t>Have them open the page on their own phones while you talk. The split between</a:t>
            </a:r>
          </a:p>
          <a:p>
            <a:r>
              <a:t>what works and what does not lands much harder when it is their device.</a:t>
            </a:r>
          </a:p>
          <a:p/>
          <a:p>
            <a:r>
              <a:t>The watch line matters for project planning: several groups every year propose</a:t>
            </a:r>
          </a:p>
          <a:p>
            <a:r>
              <a:t>live Apple Watch or Garmin data, and neither streams to a web page. Both need a</a:t>
            </a:r>
          </a:p>
          <a:p>
            <a:r>
              <a:t>native companion app. Fine for after-the-fact analysis, not for anything</a:t>
            </a:r>
          </a:p>
          <a:p>
            <a:r>
              <a:t>reacting in real time inside the project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useful fact on the slide, and the one people get wrong</a:t>
            </a:r>
          </a:p>
          <a:p>
            <a:r>
              <a:t>because a blog post said otherwise.</a:t>
            </a:r>
          </a:p>
          <a:p/>
          <a:p>
            <a:r>
              <a:t>Say it plainly: iPhones do not vibrate from a web page. Not with a polyfill,</a:t>
            </a:r>
          </a:p>
          <a:p>
            <a:r>
              <a:t>not with a library, not in Chrome for iOS, which is Safari underneath.</a:t>
            </a:r>
          </a:p>
          <a:p/>
          <a:p>
            <a:r>
              <a:t>The general lesson is bigger than vibration: check the feature on caniuse</a:t>
            </a:r>
          </a:p>
          <a:p>
            <a:r>
              <a:t>before it goes in a project plan, not after. Two minutes now against a</a:t>
            </a:r>
          </a:p>
          <a:p>
            <a:r>
              <a:t>rewrite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are running so groups can check</a:t>
            </a:r>
          </a:p>
          <a:p>
            <a:r>
              <a:t>themselves without asking you.</a:t>
            </a:r>
          </a:p>
          <a:p/>
          <a:p>
            <a:r>
              <a:t>The second line matters most: a device that fires continuously when held is</a:t>
            </a:r>
          </a:p>
          <a:p>
            <a:r>
              <a:t>the single most common bug, and it is a debounce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argument. Thirty seconds.</a:t>
            </a:r>
          </a:p>
          <a:p/>
          <a:p>
            <a:r>
              <a:t>If they leave with only one thing, it should be the third: pick the actuator</a:t>
            </a:r>
          </a:p>
          <a:p>
            <a:r>
              <a:t>before designing the interaction. Discovering in week 46 that the chosen one</a:t>
            </a:r>
          </a:p>
          <a:p>
            <a:r>
              <a:t>cannot do the job is the expensive 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a coin motor costs 12 kr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Someone else has to read it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FIVE TASKS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06   Use what you have          sensors.chomskylab.dk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are output. 4 is input. 5 is both. 6 needs no board.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Nobody is expected to finish all five.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github.com/labtools-au/multimodal-actuator-workshop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GET IN THE BASE KIT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set per pair. Collect it before you start task 01.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Board, breadboard, jumper wires, USB cable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Assorted resistors and a few transistors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Breadboard power supply, drawer 8A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42 in stock. Use it for anything that is not just an LED.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L9110S H-bridge, drawer 2C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24 in stock. Needed for the Peltier and for reversing a motor.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PAM8403 amplifier, drawer 11F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25 in stock. Needed to drive a transducer.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WHAT IS ON THE TABLES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VIBRATING MINI MOTOR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shaft, sealed in a disc.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1E  |  117 in stock  |  2.5-3.8 V  |  PWM pin</a:t>
            </a:r>
          </a:p>
        </p:txBody>
      </p:sp>
      <p:pic>
        <p:nvPicPr>
          <p:cNvPr id="4" name="Picture 3" descr="e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PIEZO ELEMENT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crystal that flexes when you put current across it. Near-instant, almost no power, but shallow.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tick, not a thump.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Clicks and confirmations.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6F  |  69 in stock  |  any digital pin</a:t>
            </a:r>
          </a:p>
        </p:txBody>
      </p:sp>
      <p:pic>
        <p:nvPicPr>
          <p:cNvPr id="4" name="Picture 3" descr="pie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MINI PUSH-PULL 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3E  |  24 in stock  |  5V  |  needs a MOSFET</a:t>
            </a:r>
          </a:p>
        </p:txBody>
      </p:sp>
      <p:pic>
        <p:nvPicPr>
          <p:cNvPr id="4" name="Picture 3" descr="soleno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sensor, no breakout board.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No part number. A wire, on any analogue pin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4C  |  25 small, 35 big  |  needs an H bridge</a:t>
            </a:r>
          </a:p>
        </p:txBody>
      </p:sp>
      <p:pic>
        <p:nvPicPr>
          <p:cNvPr id="4" name="Picture 3" descr="pelt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325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SURFACE 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Turns any surface into a speaker. Drive it so one frequency is felt and another is heard, from the same part.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7F  |  12 large, 13 medium, 23 bone  |  needs an amp</a:t>
            </a:r>
          </a:p>
        </p:txBody>
      </p:sp>
      <p:pic>
        <p:nvPicPr>
          <p:cNvPr id="4" name="Picture 3" descr="transdu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3175000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SERVO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motor that holds a position instead of spinning freely. Tell it an angle and it goes there.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something deliberate moving, with force behind it.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Anything that points, pushes, opens or resists a hand.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2F  |  80 in stock  |  Servo.h  |  needs its own 5V</a:t>
            </a:r>
          </a:p>
        </p:txBody>
      </p:sp>
      <p:pic>
        <p:nvPicPr>
          <p:cNvPr id="4" name="Picture 3" descr="ser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314541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STEPPER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Moves in fixed steps rather than continuously, so you always know where it is without a sensor.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precise, and audibly clicky.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accurate motion. Dials, sliders, anything positioned.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2A  |  44 in stock  |  needs a ULN2003 driver</a:t>
            </a:r>
          </a:p>
        </p:txBody>
      </p:sp>
      <p:pic>
        <p:nvPicPr>
          <p:cNvPr id="4" name="Picture 3" descr="stepp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4191000" cy="2280942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ELECTROMAGNET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Grabs and releases ferrous metal on command. No moving parts of its own.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grip that appears and vanishes.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Latches, holds, and anything that should let go on cue.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Drawer 3D  |  17 mini, 11 standard  |  needs a MOSFET</a:t>
            </a:r>
          </a:p>
        </p:txBody>
      </p:sp>
      <p:pic>
        <p:nvPicPr>
          <p:cNvPr id="4" name="Picture 3" descr="electromag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05000"/>
            <a:ext cx="1784181" cy="3175000"/>
          </a:xfrm>
          <a:prstGeom prst="rect">
            <a:avLst/>
          </a:prstGeom>
        </p:spPr>
      </p:pic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 IS ENCOURAGED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do the tasks in order.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finish them.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Getting task 01 working and then properly playing with task 02 beats rushing through all five.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that is not in front of you, go and get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POWER ANYTHING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solenoid and the Peltier both pull real current.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need their own supply. Ask before you rewire either.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Peltier needs its heatsink on. Every time.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Without it the tile cooks itself in about a minute.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Never drive a motor straight from a pin.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40 mA limit. The motor wants nearly twice that.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(PPG). Useless once the hand moves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Skin conductance (GSR). Relative change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sensor. The cheap data glove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(FSR). Calibrate every pad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SENSORS ALREADY IN THE ROOM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phone here is a multimodal device. Some of it the browser will hand you, some of it it will not.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Open sensors.chomskylab.dk on your phone right now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Works in a web page today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Accelerometer and gyroscope. Tap to grant, HTTPS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Microphone. Easiest continuous input there is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Camera. Even reads a pulse off a face, badly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Trackpad pressure. Pointer Events carry a 0 to 1 force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Does NOT work, whatever the tutorial says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Phone vibration on iOS. WebKit has never shipped it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Apple Watch or Garmin, live. Both need a native app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TO CHECK BEFORE YOU PROMISE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navigator.vibrate: Android yes, iOS no, at every version to date.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caniuse lists Safari 3.1 to 27 as unsupported.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Chrome and Firefox on iOS are Safari underneath, so they inherit the gap.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"The phone buzzes" therefore works on some of the room and no iPhones.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Check the feature, not the tutorial, before it is in your plan.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How strong they are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TEST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what would have separated them.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still works when they are not looking at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ACTUALLY 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Three things you cannot get from a datasheet.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things feel like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 motor is a nudge. A solenoid is a knock. A Peltier is slow.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How to drive one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PWM, direction, debouncing, and why a motor never goes straight to a pin.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to pick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Choosing the actuator before designing the interaction, not in week 46.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github.com/labtools-au/multimodal-actuator-workshop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