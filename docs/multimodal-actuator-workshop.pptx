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here, and do not read the slide.</a:t>
            </a:r>
          </a:p>
          <a:p/>
          <a:p>
            <a:r>
              <a:t>Open with the demo, not with talking. Have the coin motor and the solenoid both</a:t>
            </a:r>
          </a:p>
          <a:p>
            <a:r>
              <a:t>wired and running before anyone sits down.</a:t>
            </a:r>
          </a:p>
          <a:p/>
          <a:p>
            <a:r>
              <a:t>Buzz a phone-style notification on the motor. Then send the same message on the</a:t>
            </a:r>
          </a:p>
          <a:p>
            <a:r>
              <a:t>solenoid. Ask which felt more urgent. Let them answer. Nobody needs theory for</a:t>
            </a:r>
          </a:p>
          <a:p>
            <a:r>
              <a:t>that, and it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Fifteen seconds. It is a map, not a talk.</a:t>
            </a:r>
          </a:p>
          <a:p/>
          <a:p>
            <a:r>
              <a:t>Useful because half the room arrives expecting a lecture and needs to be told</a:t>
            </a:r>
          </a:p>
          <a:p>
            <a:r>
              <a:t>immediately that this is not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full version out loud, the slide only carries the skeleton:</a:t>
            </a:r>
          </a:p>
          <a:p/>
          <a:p>
            <a:r>
              <a:t>"You can read a datasheet. You have never held one of these. Today you put a</a:t>
            </a:r>
          </a:p>
          <a:p>
            <a:r>
              <a:t>vibration motor against your own wrist, decide it feels cheap, and pick</a:t>
            </a:r>
          </a:p>
          <a:p>
            <a:r>
              <a:t>something else. Better now than in week 46 with the demo three days out."</a:t>
            </a:r>
          </a:p>
          <a:p/>
          <a:p>
            <a:r>
              <a:t>Every year projects end up on the screen and the speaker, and touch gets</a:t>
            </a:r>
          </a:p>
          <a:p>
            <a:r>
              <a:t>designed on paper then dropped. Two minutes,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shape clearly, because it is not a lecture and they will wait to be</a:t>
            </a:r>
          </a:p>
          <a:p>
            <a:r>
              <a:t>lectured at.</a:t>
            </a:r>
          </a:p>
          <a:p/>
          <a:p>
            <a:r>
              <a:t>A board each. Five tasks. Everything pre-wired. They upload, change numbers,</a:t>
            </a:r>
          </a:p>
          <a:p>
            <a:r>
              <a:t>upload again.</a:t>
            </a:r>
          </a:p>
          <a:p/>
          <a:p>
            <a:r>
              <a:t>The actuators they are NOT driving sit on tables around the room. Tell them</a:t>
            </a:r>
          </a:p>
          <a:p>
            <a:r>
              <a:t>explicitly to go and pick those up between tasks. The comparison still happens,</a:t>
            </a:r>
          </a:p>
          <a:p>
            <a:r>
              <a:t>just on their own initiative rather than on a timer.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 not narrate it. Fifteen seconds.</a:t>
            </a:r>
          </a:p>
          <a:p/>
          <a:p>
            <a:r>
              <a:t>The one hard checkpoint is 0:25. Everyone should have task 01 running by then.</a:t>
            </a:r>
          </a:p>
          <a:p>
            <a:r>
              <a:t>If someone is still fighting drivers at 0:30, pair them with a group that is</a:t>
            </a:r>
          </a:p>
          <a:p>
            <a:r>
              <a:t>working rather than debugging it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Boards out.</a:t>
            </a:r>
          </a:p>
          <a:p/>
          <a:p>
            <a:r>
              <a:t>Get EVERYONE through task 01 before anyone races ahead. It is the shortest and</a:t>
            </a:r>
          </a:p>
          <a:p>
            <a:r>
              <a:t>it flushes out the setup problems: wrong board, wrong port, missing driver.</a:t>
            </a:r>
          </a:p>
          <a:p/>
          <a:p>
            <a:r>
              <a:t>Once task 01 runs for a pair, they can move at their own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slide, no more.</a:t>
            </a:r>
          </a:p>
          <a:p/>
          <a:p>
            <a:r>
              <a:t>Name the arc, it is the point: 1 to 3 are output, 4 is input, 5 is both. By</a:t>
            </a:r>
          </a:p>
          <a:p>
            <a:r>
              <a:t>task 5 they have built a complete interaction loop, which is the shape of most</a:t>
            </a:r>
          </a:p>
          <a:p>
            <a:r>
              <a:t>project work.</a:t>
            </a:r>
          </a:p>
          <a:p/>
          <a:p>
            <a:r>
              <a:t>Say clearly that nobody is expected to finish all five. Getting 01 working and</a:t>
            </a:r>
          </a:p>
          <a:p>
            <a:r>
              <a:t>then properly playing with 02 beats rushing all of them.</a:t>
            </a:r>
          </a:p>
          <a:p/>
          <a:p>
            <a:r>
              <a:t>Task 05's last experiment IS the closing brief, so the work carries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format once here rather than repeating it per task.</a:t>
            </a:r>
          </a:p>
          <a:p/>
          <a:p>
            <a:r>
              <a:t>CHANGE ME at the top: two or three numbers, already set to something that</a:t>
            </a:r>
          </a:p>
          <a:p>
            <a:r>
              <a:t>works. THINGS TO TRY at the bottom: four experiments, easy to hard, and the</a:t>
            </a:r>
          </a:p>
          <a:p>
            <a:r>
              <a:t>last one usually asks for a rewrite rather than a tweak.</a:t>
            </a:r>
          </a:p>
          <a:p/>
          <a:p>
            <a:r>
              <a:t>Upload problems, in the order they will hit you:</a:t>
            </a:r>
          </a:p>
          <a:p>
            <a:r>
              <a:t>  * wrong board or port under Tools</a:t>
            </a:r>
          </a:p>
          <a:p>
            <a:r>
              <a:t>  * ADCTouch not installed (tasks 04 and 05)</a:t>
            </a:r>
          </a:p>
          <a:p>
            <a:r>
              <a:t>  * solenoid task: board resets when it fires means its supply is off</a:t>
            </a:r>
          </a:p>
          <a:p/>
          <a:p>
            <a:r>
              <a:t>Write the repo URL on the whiteboard now. It gets asked for six times.</a:t>
            </a:r>
          </a:p>
          <a:p/>
          <a:p>
            <a:r>
              <a:t>If a task's hardware fails, utils/ has the diagnostics: pin_sweep, i2c_scanner,</a:t>
            </a:r>
          </a:p>
          <a:p>
            <a:r>
              <a:t>analog_monitor.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 total for this whole run of slides. It is a menu, not a</a:t>
            </a:r>
          </a:p>
          <a:p>
            <a:r>
              <a:t>lecture: they are choosing what to go and pick up later.</a:t>
            </a:r>
          </a:p>
          <a:p/>
          <a:p>
            <a:r>
              <a:t>Hold up the real part as you show each one. The photo is a reminder for people</a:t>
            </a:r>
          </a:p>
          <a:p>
            <a:r>
              <a:t>reading the deck afterwards; the object in your hand is what lands in the</a:t>
            </a:r>
          </a:p>
          <a:p>
            <a:r>
              <a:t>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everybody already owns without knowing it. Every phone has one.</a:t>
            </a:r>
          </a:p>
          <a:p/>
          <a:p>
            <a:r>
              <a:t>The point worth making: speed and strength are welded together. That single</a:t>
            </a:r>
          </a:p>
          <a:p>
            <a:r>
              <a:t>constraint is why the other five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solve the coin motor's problem, differently. LRA is what a modern</a:t>
            </a:r>
          </a:p>
          <a:p>
            <a:r>
              <a:t>phone keyboard uses. Piezo is sharp but shallow.</a:t>
            </a:r>
          </a:p>
          <a:p/>
          <a:p>
            <a:r>
              <a:t>If someone is designing anything that needs to feel responsive rather than</a:t>
            </a:r>
          </a:p>
          <a:p>
            <a:r>
              <a:t>just present, point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this one around if you can. It is the one people remember, because a</a:t>
            </a:r>
          </a:p>
          <a:p>
            <a:r>
              <a:t>knock reads as a person rather than a machine.</a:t>
            </a:r>
          </a:p>
          <a:p/>
          <a:p>
            <a:r>
              <a:t>Warn them now that it needs its own supply, so it does not come as a surprise</a:t>
            </a:r>
          </a:p>
          <a:p>
            <a:r>
              <a:t>at task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up a wire and a piece of foil. That is genuinely the whole sensor.</a:t>
            </a:r>
          </a:p>
          <a:p/>
          <a:p>
            <a:r>
              <a:t>This is the slide that changes what people think is possible, because it costs</a:t>
            </a:r>
          </a:p>
          <a:p>
            <a:r>
              <a:t>nothing and hides completely inside a prototype.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limitation out loud: it is slow, and hot alternating with</a:t>
            </a:r>
          </a:p>
          <a:p>
            <a:r>
              <a:t>cold just reads as lukewarm.</a:t>
            </a:r>
          </a:p>
          <a:p/>
          <a:p>
            <a:r>
              <a:t>Good for slow ambient state. Wrong for alerts. Saying so here saves a project</a:t>
            </a:r>
          </a:p>
          <a:p>
            <a:r>
              <a:t>from finding out in week 46.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redundancy argument. Same driver, one frequency you feel and one you</a:t>
            </a:r>
          </a:p>
          <a:p>
            <a:r>
              <a:t>hear.</a:t>
            </a:r>
          </a:p>
          <a:p/>
          <a:p>
            <a:r>
              <a:t>Together is not louder, it is more certain. Cheapest reliability a project can</a:t>
            </a:r>
          </a:p>
          <a:p>
            <a:r>
              <a:t>buy, and it is also the accessibility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out loud, do not just show it. Some students will not believe</a:t>
            </a:r>
          </a:p>
          <a:p>
            <a:r>
              <a:t>they are allowed to skip ahead or stop early unless you tell them.</a:t>
            </a:r>
          </a:p>
          <a:p/>
          <a:p>
            <a:r>
              <a:t>The failure mode is a pair rushing all five tasks badly instead of doing two</a:t>
            </a:r>
          </a:p>
          <a:p>
            <a:r>
              <a:t>properly. Name that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only slide where you should sound firm.</a:t>
            </a:r>
          </a:p>
          <a:p/>
          <a:p>
            <a:r>
              <a:t>Three real hazards:</a:t>
            </a:r>
          </a:p>
          <a:p>
            <a:r>
              <a:t>  * solenoid and Peltier on their own supply, not USB</a:t>
            </a:r>
          </a:p>
          <a:p>
            <a:r>
              <a:t>  * Peltier heatsink on before it is switched on, no exceptions</a:t>
            </a:r>
          </a:p>
          <a:p>
            <a:r>
              <a:t>  * no motor straight from a pin</a:t>
            </a:r>
          </a:p>
          <a:p/>
          <a:p>
            <a:r>
              <a:t>Say the numbers: a pin gives 40 mA, the motor wants about 75. It is not a rule</a:t>
            </a:r>
          </a:p>
          <a:p>
            <a:r>
              <a:t>they have to take on faith.</a:t>
            </a:r>
          </a:p>
          <a:p/>
          <a:p>
            <a:r>
              <a:t>Also mention that a board resetting when the solenoid fires is a POWER problem,</a:t>
            </a:r>
          </a:p>
          <a:p>
            <a:r>
              <a:t>not a code bug. It will save someone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single idea most worth stealing from today, and</a:t>
            </a:r>
          </a:p>
          <a:p>
            <a:r>
              <a:t>it is worth interrupting the room for once most people have reached task 04.</a:t>
            </a:r>
          </a:p>
          <a:p/>
          <a:p>
            <a:r>
              <a:t>Two things students get wrong:</a:t>
            </a:r>
          </a:p>
          <a:p/>
          <a:p>
            <a:r>
              <a:t>1. A fixed threshold. Works in the morning, fails after lunch, because the</a:t>
            </a:r>
          </a:p>
          <a:p>
            <a:r>
              <a:t>   reading drifts with humidity and mains hum.</a:t>
            </a:r>
          </a:p>
          <a:p/>
          <a:p>
            <a:r>
              <a:t>2. Feeding the baseline buffer always. A long press then teaches the baseline</a:t>
            </a:r>
          </a:p>
          <a:p>
            <a:r>
              <a:t>   that a finger is normal, and the touch silently stops working. The buffer</a:t>
            </a:r>
          </a:p>
          <a:p>
            <a:r>
              <a:t>   must only learn while untouched.</a:t>
            </a:r>
          </a:p>
          <a:p/>
          <a:p>
            <a:r>
              <a:t>Put the Serial Plotter on the projector. Watching the baseline wander while the</a:t>
            </a:r>
          </a:p>
          <a:p>
            <a:r>
              <a:t>trigger line tracks it explains the whole design in ten seconds.</a:t>
            </a:r>
          </a:p>
          <a:p/>
          <a:p>
            <a:r>
              <a:t>For what it is worth, the rig this came from went through the same tuning: an</a:t>
            </a:r>
          </a:p>
          <a:p>
            <a:r>
              <a:t>earlier version used 1.008 with a 50-sample baseline, the final one 1.01 with</a:t>
            </a:r>
          </a:p>
          <a:p>
            <a:r>
              <a:t>25. Everyone tunes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1:25. Pull the room back together.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someone to report the Peltier delay. Let that land, it is far more</a:t>
            </a:r>
          </a:p>
          <a:p>
            <a:r>
              <a:t>persuasive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 not teach. These sit on one table with a sign.</a:t>
            </a:r>
          </a:p>
          <a:p/>
          <a:p>
            <a:r>
              <a:t>The honest warnings matter more than the specs: PPG is useless once the hand</a:t>
            </a:r>
          </a:p>
          <a:p>
            <a:r>
              <a:t>moves, GSR drifts so only relative change works, FSRs need per-pad calibration.</a:t>
            </a:r>
          </a:p>
          <a:p/>
          <a:p>
            <a:r>
              <a:t>Push the phone option hard. For a lot of projects it beats everything else on</a:t>
            </a:r>
          </a:p>
          <a:p>
            <a:r>
              <a:t>the table and needs no soldering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put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touch" and "it moves when you touch it"</a:t>
            </a:r>
          </a:p>
          <a:p>
            <a:r>
              <a:t>is smaller than it looks.</a:t>
            </a:r>
          </a:p>
          <a:p/>
          <a:p>
            <a:r>
              <a:t>The moving screen has a browser control panel over the serial port, which is</a:t>
            </a:r>
          </a:p>
          <a:p>
            <a:r>
              <a:t>what you will wish you had at the project demonstrations.</a:t>
            </a:r>
          </a:p>
          <a:p/>
          <a:p>
            <a:r>
              <a:t>Note for you: the sock repo has a hardcoded Wi-Fi password and live patient IDs</a:t>
            </a:r>
          </a:p>
          <a:p>
            <a:r>
              <a:t>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1:35. The blind test.</a:t>
            </a:r>
          </a:p>
          <a:p/>
          <a:p>
            <a:r>
              <a:t>Most groups will already have something from task 05. This is where it gets</a:t>
            </a:r>
          </a:p>
          <a:p>
            <a:r>
              <a:t>tested by someone who did not build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 Full wording, since the</a:t>
            </a:r>
          </a:p>
          <a:p>
            <a:r>
              <a:t>slide is only the bones:</a:t>
            </a:r>
          </a:p>
          <a:p/>
          <a:p>
            <a:r>
              <a:t>"Pick one actuator. Encode three messages: arrived, something wrong, finished.</a:t>
            </a:r>
          </a:p>
          <a:p>
            <a:r>
              <a:t>Vary only the rhythm of the pulses and how strong they are. Then hand it to</a:t>
            </a:r>
          </a:p>
          <a:p>
            <a:r>
              <a:t>another group with the screen turned away and see if they can name all three."</a:t>
            </a:r>
          </a:p>
          <a:p/>
          <a:p>
            <a:r>
              <a:t>If someone asks to add a second actuator, say no. The constraint is the</a:t>
            </a:r>
          </a:p>
          <a:p>
            <a:r>
              <a:t>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worth repeating twice.</a:t>
            </a:r>
          </a:p>
          <a:p/>
          <a:p>
            <a:r>
              <a:t>Run the test: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while the blind tests are running so groups can check</a:t>
            </a:r>
          </a:p>
          <a:p>
            <a:r>
              <a:t>themselves without asking you.</a:t>
            </a:r>
          </a:p>
          <a:p/>
          <a:p>
            <a:r>
              <a:t>The second line matters most: a device that fires continuously when held is</a:t>
            </a:r>
          </a:p>
          <a:p>
            <a:r>
              <a:t>the single most common bug, and it is a debounce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closing argument. Thirty seconds.</a:t>
            </a:r>
          </a:p>
          <a:p/>
          <a:p>
            <a:r>
              <a:t>If they leave with only one thing, it should be the third: pick the actuator</a:t>
            </a:r>
          </a:p>
          <a:p>
            <a:r>
              <a:t>before designing the interaction. Discovering in week 46 that the chosen one</a:t>
            </a:r>
          </a:p>
          <a:p>
            <a:r>
              <a:t>cannot do the job is the expensive mistake this session exists to prevent.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Every task sketch is commented for them, and the</a:t>
            </a:r>
          </a:p>
          <a:p>
            <a:r>
              <a:t>bench test sketches are there too if they want to see the minimal version.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Pack down: everything back in the box, including the resistors. It will not all</a:t>
            </a:r>
          </a:p>
          <a:p>
            <a:r>
              <a:t>come back.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TLDR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Two hours finding out what actuators feel like, and leaving able to drive one from your own code.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 a board and run task 01. Something spins.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Change two numbers, upload again. That loop is the workshop.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up the actuators you are not driving.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Work through as many of the five tasks as you get to.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Build one signal someone else can read without looking.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Most projects end up on the screen and the speaker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 because touch was wrong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Because nobody knew a coin motor costs 12 kr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Today: decide it feels cheap, pick something else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Better now than in week 46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board each, five tasks, everything pre-wired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Upload, change two numbers, upload again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 today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Actuators are on the tables at the front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Go and feel the ones your task does not use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Finish by building one signal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Someone else has to read it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only hard checkpoint is 0:25: everyone has task 01 running.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15 min    Boards out, task 01 running for everyone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0:25     60 min    Tasks 02 to 05, at your own pace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1:25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1:35     20 min    Blind test on task 05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1:55      5 min   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FIVE TASKS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FIVE TASKS, ONE BOARD EACH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Upload, change two numbers, upload again. That loop is the point.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01   Make something spin        coin motor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02   Make something tap         solenoid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03   Make something warm        Peltier tile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04   Make it notice you         a wire and foil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05   Make it answer back        both together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1 to 3 are output. 4 is input. 5 is both.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Nobody is expected to finish all five.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THE TASK SKETCHES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Every sketch runs the moment you upload it. Nothing to wire.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CHANGE ME block at the top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Two or three numbers. Edit, upload, feel the difference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A THINGS TO TRY list at the bottom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Four experiments, roughly in order of difficulty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 last one is usually the interesting one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WHAT IS ON THE TABLES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COIN MOTOR (ERM)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shaft. The same part as in your phone.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buzz you cannot make gentle and fast at once.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Phone notifications, controller rumble, anything worn under clothing.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10mm 3V  |  D9 PWM  |  ~75 mA  |  ~12 kr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Coin motor (ERM)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LRA AND PIEZO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Two ways out of the coin motor's compromise. The LRA hits resonance in about 5 ms and stops just as fast.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crisp click. The phone-keyboard feel.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Keyboard clicks, watch taps, anything where lag would feel broken.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DRV2605L I2C  |  A4/A5  |  123 effects  |  ~90 kr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LRA and piezo disc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SOLENOID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coil that yanks a metal rod when you energise it. No half a tap: it fires or it does not.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a person tapping you, not a machine signalling.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Navigation cues on the body, braille cells, alerts in noise.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5V push-pull  |  D6 + MOSFET  |  ~1.1 A peak  |  ~45 kr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Solenoid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CAPACITIVE PAD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wire taped behind foil, card or fabric. No sensor, no breakout board.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nothing. That is the point. The surface stays plain.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Invisible controls in wood or fabric, waterproof panels.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ADCTouch  |  A0  |  ~0 kr, a wire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Capacitive pad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PELTIER TILE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Heats one face and cools the other. Flip the current and it reverses.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slow. Several seconds before you are sure which way.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Slow ambient state. Never an alert.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TEC1-12706  |  D3 + D5  |  2-4 A  |  ~70 kr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Peltier tile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TRANSDUCER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61000" y="1905000"/>
            <a:ext cx="5486400" cy="3302000"/>
          </a:xfrm>
        </p:spPr>
        <p:txBody>
          <a:bodyPr/>
          <a:lstStyle/>
          <a:p>
            <a:pPr marL="0" indent="0" algn="l">
              <a:lnSpc>
                <a:spcPct val="130000"/>
              </a:lnSpc>
              <a:spcAft>
                <a:spcPts val="12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Drives a plate so one frequency is felt and another is heard, from the same driver.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600" b="1">
                <a:solidFill>
                  <a:srgbClr val="002546"/>
                </a:solidFill>
                <a:latin typeface="Arial"/>
              </a:rPr>
              <a:t>Feels like: more certain, rather than louder.</a:t>
            </a:r>
          </a:p>
          <a:p>
            <a:pPr marL="0" indent="0" algn="l">
              <a:lnSpc>
                <a:spcPct val="130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USED FOR</a:t>
            </a:r>
          </a:p>
          <a:p>
            <a:pPr marL="0" indent="0" algn="l">
              <a:lnSpc>
                <a:spcPct val="130000"/>
              </a:lnSpc>
              <a:spcAft>
                <a:spcPts val="1400"/>
              </a:spcAft>
              <a:buNone/>
            </a:pPr>
            <a:r>
              <a:rPr sz="1400" b="0">
                <a:solidFill>
                  <a:srgbClr val="000000"/>
                </a:solidFill>
                <a:latin typeface="Arial"/>
              </a:rPr>
              <a:t>Noisy or bright environments, and accessibility.</a:t>
            </a:r>
          </a:p>
          <a:p>
            <a:pPr marL="0" indent="0" algn="l">
              <a:lnSpc>
                <a:spcPct val="13000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595959"/>
                </a:solidFill>
                <a:latin typeface="Consolas"/>
              </a:rPr>
              <a:t>Bone-conduction  |  D11 + PAM8403  |  ~110 kr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05000"/>
            <a:ext cx="4191000" cy="3175000"/>
          </a:xfrm>
          <a:prstGeom prst="rect">
            <a:avLst/>
          </a:prstGeom>
          <a:noFill/>
          <a:ln w="12700">
            <a:solidFill>
              <a:srgbClr val="59595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900" b="1">
                <a:solidFill>
                  <a:srgbClr val="595959"/>
                </a:solidFill>
                <a:latin typeface="Arial"/>
              </a:rPr>
              <a:t>PHOTO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95959"/>
                </a:solidFill>
                <a:latin typeface="Arial"/>
              </a:rPr>
              <a:t>Transducer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FREESTYLE IS ENCOURAGED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do the tasks in order.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You do not have to finish them.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Getting task 01 working and then properly playing with task 02 beats rushing through all five.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 want to drive something that is not in front of you, go and get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BEFORE YOU POWER ANYTHING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solenoid and the Peltier both pull real current.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need their own supply. Ask before you rewire either.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Peltier needs its heatsink on. Every time.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Without it the tile cooks itself in about a minute.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Never drive a motor straight from a pin.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40 mA limit. The motor wants nearly twice that.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ONE THAT SURPRISES PEOPLE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Threshold is relative, never absolute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 and mains hum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Fixed threshold works at 9am, fails at 1pm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Baseline only learns while untouched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Or a long press teaches it that a finger is normal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 with a sign. Wander over between tasks.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wire. That is task 04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Useless once the hand moves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Relative change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data glove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Calibrate every pad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No soldering at all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Moving screen, Arduino Uno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Breathes when idle. Retreats when touched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Easing and idle motion do the work. A dozen lines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sock, ESP32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batched over Wi-Fi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Calibrate per sensor. Batch your writes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One actuator. Three messages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Arrived. Something wrong. Finished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Vary two things only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Rhythm of the pulses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How strong they are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Blind test: they name all three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Note which two got confused, and why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it only works while someone watches a screen,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TEST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Hand your device to another group with the screen turned away.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They can tell all three messages apart.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does not fire continuously when held.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know which two got confused, and what would have separated them.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It still works when they are not looking at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WHAT YOU ACTUALLY LEARN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Three things you cannot get from a datasheet.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things feel like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 motor is a nudge. A solenoid is a knock. A Peltier is slow.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How to drive one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PWM, direction, debouncing, and why a motor never goes straight to a pin.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What to pick</a:t>
            </a:r>
          </a:p>
          <a:p>
            <a:pPr marL="0" indent="0" algn="l">
              <a:lnSpc>
                <a:spcPct val="128000"/>
              </a:lnSpc>
              <a:spcAft>
                <a:spcPts val="6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Choosing the actuator before designing the interaction, not in week 46.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