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 6 needs no board.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and get it.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datasheet will not tell you a Peltier takes eight seconds, or that a knock reads as a person and a buzz reads as a machine.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own devices are full of sensors you cannot reach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ones open up, and which are locked.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