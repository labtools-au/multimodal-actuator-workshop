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Reference, not a talking point. Ten seconds, or skip it entirely if the</a:t>
            </a:r>
          </a:p>
          <a:p>
            <a:r>
              <a:t>stations are already built.</a:t>
            </a:r>
          </a:p>
          <a:p/>
          <a:p>
            <a:r>
              <a:t>It earns its place two ways: you use it while setting the room up, and it is</a:t>
            </a:r>
          </a:p>
          <a:p>
            <a:r>
              <a:t>the slide to jump back to when someone asks "which pin was the solenoid".</a:t>
            </a:r>
          </a:p>
          <a:p/>
          <a:p>
            <a:r>
              <a:t>The bottom line is the one worth reading aloud if anyone touches the stepper:</a:t>
            </a:r>
          </a:p>
          <a:p>
            <a:r>
              <a:t>the pins go into the constructor OUT of order, 8, 10, 9, 11. Wired in numeric</a:t>
            </a:r>
          </a:p>
          <a:p>
            <a:r>
              <a:t>order it buzzes instead of turning and looks like a dead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 2048 steps per revolution.</a:t>
            </a:r>
          </a:p>
          <a:p/>
          <a:p>
            <a:r>
              <a:t>Needs a ULN2003 driver board, drawer 2A, 27 of them.</a:t>
            </a:r>
          </a:p>
          <a:p/>
          <a:p>
            <a:r>
              <a:t>If anyone tries one: the Stepper constructor does NOT take the pins in numeric</a:t>
            </a:r>
          </a:p>
          <a:p>
            <a:r>
              <a:t>order. Wire IN1 to IN4 on pins 8 to 11, then write Stepper(2048, 8, 10, 9, 11).</a:t>
            </a:r>
          </a:p>
          <a:p>
            <a:r>
              <a:t>Get it wrong and it buzzes and jitters instead of turning, which looks like a</a:t>
            </a:r>
          </a:p>
          <a:p>
            <a:r>
              <a:t>dead motor. bench_tests/07_stepper has it right, with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 on one slide, and they pull in opposite directions on</a:t>
            </a:r>
          </a:p>
          <a:p>
            <a:r>
              <a:t>purpose. Say the permission warmly, then change tone for the limits.</a:t>
            </a:r>
          </a:p>
          <a:p/>
          <a:p>
            <a:r>
              <a:t>Permission first: some students will not believe they are allowed to skip</a:t>
            </a:r>
          </a:p>
          <a:p>
            <a:r>
              <a:t>ahead or stop early unless told. The failure mode is a pair rushing all five</a:t>
            </a:r>
          </a:p>
          <a:p>
            <a:r>
              <a:t>badly instead of doing two properly.</a:t>
            </a:r>
          </a:p>
          <a:p/>
          <a:p>
            <a:r>
              <a:t>Then the three hard limits, and here you should sound firm. Say the numbers</a:t>
            </a:r>
          </a:p>
          <a:p>
            <a:r>
              <a:t>out loud: a pin gives 40 mA, the motor wants about 75. It is not a rule they</a:t>
            </a:r>
          </a:p>
          <a:p>
            <a:r>
              <a:t>have to take on faith.</a:t>
            </a:r>
          </a:p>
          <a:p/>
          <a:p>
            <a:r>
              <a:t>Worth adding: a board resetting when the solenoid fires is a POWER problem,</a:t>
            </a:r>
          </a:p>
          <a:p>
            <a:r>
              <a:t>not a code bug. That saves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earns the room's attention, so do not rush it.</a:t>
            </a:r>
          </a:p>
          <a:p/>
          <a:p>
            <a:r>
              <a:t>This audience can write the code already, and they know it. Saying so out loud</a:t>
            </a:r>
          </a:p>
          <a:p>
            <a:r>
              <a:t>buys credibility for the rest. The argument is not "you need to learn to</a:t>
            </a:r>
          </a:p>
          <a:p>
            <a:r>
              <a:t>program a motor", it is "you cannot Google what something feels like".</a:t>
            </a:r>
          </a:p>
          <a:p/>
          <a:p>
            <a:r>
              <a:t>The second point is practical and lands with everyone: the parts are free and</a:t>
            </a:r>
          </a:p>
          <a:p>
            <a:r>
              <a:t>already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the tinkerers will care most about, and the one where being</a:t>
            </a:r>
          </a:p>
          <a:p>
            <a:r>
              <a:t>precise matters, because the internet is full of wrong answers.</a:t>
            </a:r>
          </a:p>
          <a:p/>
          <a:p>
            <a:r>
              <a:t>The useful surprise: most Garmin watches broadcast heart rate over BLE</a:t>
            </a:r>
          </a:p>
          <a:p>
            <a:r>
              <a:t>natively. Turn on Broadcast Heart Rate, or start a Virtual Run, and the watch</a:t>
            </a:r>
          </a:p>
          <a:p>
            <a:r>
              <a:t>appears as an ordinary heart rate strap that Web Bluetooth can read from a web</a:t>
            </a:r>
          </a:p>
          <a:p>
            <a:r>
              <a:t>page. No Connect IQ app, no SDK, no API key.</a:t>
            </a:r>
          </a:p>
          <a:p/>
          <a:p>
            <a:r>
              <a:t>Apple Watch will not. HealthKit needs a companion watchOS app in Swift, so</a:t>
            </a:r>
          </a:p>
          <a:p>
            <a:r>
              <a:t>third-party apps that re-broadcast over BLE are the practical route.</a:t>
            </a:r>
          </a:p>
          <a:p/>
          <a:p>
            <a:r>
              <a:t>Web Bluetooth is Chrome and Edge only. Not Safari, not Firefox. Same lesson as</a:t>
            </a:r>
          </a:p>
          <a:p>
            <a:r>
              <a:t>vibration: check the feature before it goes in a plan.</a:t>
            </a:r>
          </a:p>
          <a:p/>
          <a:p>
            <a:r>
              <a:t>Good project prompt if anyone wants one: a page that pairs with a strap and</a:t>
            </a:r>
          </a:p>
          <a:p>
            <a:r>
              <a:t>drives an actuator from a live pulse. That is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them open sensors.chomskylab.dk on their own phones while you talk.</a:t>
            </a:r>
          </a:p>
          <a:p>
            <a:r>
              <a:t>The split between what works and what does not lands far harder on their own</a:t>
            </a:r>
          </a:p>
          <a:p>
            <a:r>
              <a:t>device than on a slide.</a:t>
            </a:r>
          </a:p>
          <a:p/>
          <a:p>
            <a:r>
              <a:t>The bottom half is the single most useful fact here, and the one people get</a:t>
            </a:r>
          </a:p>
          <a:p>
            <a:r>
              <a:t>wrong 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run, so groups can check themselves</a:t>
            </a:r>
          </a:p>
          <a:p>
            <a:r>
              <a:t>without asking you.</a:t>
            </a:r>
          </a:p>
          <a:p/>
          <a:p>
            <a:r>
              <a:t>The middle line matters most: a device that fires continuously when held is</a:t>
            </a:r>
          </a:p>
          <a:p>
            <a:r>
              <a:t>the single most common bug, and it is a debounce problem.</a:t>
            </a:r>
          </a:p>
          <a:p/>
          <a:p>
            <a:r>
              <a:t>Then close on the bottom half, thirty seconds. If they leave with one thing,</a:t>
            </a:r>
          </a:p>
          <a:p>
            <a:r>
              <a:t>make it the last point: pick the actuator before designing the interaction.</a:t>
            </a:r>
          </a:p>
          <a:p>
            <a:r>
              <a:t>Discovering in week 46 that the chosen one cannot do the job is the expensive</a:t>
            </a:r>
          </a:p>
          <a:p>
            <a:r>
              <a:t>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the lab has 117 coin motors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 someone else can read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output, 4 input, 5 both. Nobody finishes all six.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 All of them: github.com/labtools-au/multimodal-actuator-workshop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experiments. The last is the interesting one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Three of them also run in the browser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wokwi/ in the repo. Same code, no hardware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PIN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01  spin    D9  PWM         1k to PN2222 base, motor on collector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02  tap     D6              MOSFET gate, own supply, grounds joined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03  warm    D3 + D5 PWM     H-bridge low and high, bench supply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04  sense   A0              bare wire to foil. That is all of it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05  answer  A0 + D9         the pad, plus any actuator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sz="1300">
                <a:solidFill>
                  <a:srgbClr val="000000"/>
                </a:solidFill>
                <a:latin typeface="Consolas"/>
              </a:rPr>
              <a:t>07  stepper D8 D9 D10 D11   ULN2003 IN1 to IN4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sz="1400" b="1">
                <a:solidFill>
                  <a:srgbClr val="002546"/>
                </a:solidFill>
                <a:latin typeface="Arial"/>
              </a:rPr>
              <a:t>Only D3, D5, D6, D9, D10, D11 do PWM. Stepper pins go into the constructor OUT of order: 8, 10, 9, 11.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pair, collected before you start task 01. Below: the three parts people always come back for.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Board, breadboard, jumper wires, resistors: on the tables.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in the drawers, so take what you need.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bbps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327400"/>
            <a:ext cx="1422400" cy="1422400"/>
          </a:xfrm>
          <a:prstGeom prst="rect">
            <a:avLst/>
          </a:prstGeom>
        </p:spPr>
      </p:pic>
      <p:pic>
        <p:nvPicPr>
          <p:cNvPr id="7" name="Picture 6" descr="hbrid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327400"/>
            <a:ext cx="1422400" cy="1422400"/>
          </a:xfrm>
          <a:prstGeom prst="rect">
            <a:avLst/>
          </a:prstGeom>
        </p:spPr>
      </p:pic>
      <p:pic>
        <p:nvPicPr>
          <p:cNvPr id="8" name="Picture 7" descr="am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3274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Breadboard supply, 8A. Anything past an 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L9110S H-bridge, 2C. Reversing, and the Peltier.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8260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PAM8403 amp, 11F. A transducer needs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1E  |  117  |  2.5-3.8V rated  |  100 mA at 5V  |  PWM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3E  |  24  |  5V, 1.1 A, 4.5 ohm  |  3mm throw, 80g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 and no breakout board, which is why the box on the left is empty.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drawer, no part number, no cost.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2A  |  44  |  ULN2003 driver  |  2048 steps/rev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FREESTYLE, WITHIN THREE LIMITS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do not have to do the tasks in order, or finish them. Playing properly with two beats rushing all five.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not in front of you, go get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three things that are not negotiable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Solenoid and Peltier get their own supply, never USB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Peltier heatsink goes on before it is switched on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motor straight from a pin. 40 mA limit, it wants 75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GSR, drawer 0C5. Exactly one in the lab, so ask first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fs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76600"/>
            <a:ext cx="1895230" cy="1422400"/>
          </a:xfrm>
          <a:prstGeom prst="rect">
            <a:avLst/>
          </a:prstGeom>
        </p:spPr>
      </p:pic>
      <p:pic>
        <p:nvPicPr>
          <p:cNvPr id="7" name="Picture 6" descr="fle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7200" y="3276600"/>
            <a:ext cx="1895230" cy="1422400"/>
          </a:xfrm>
          <a:prstGeom prst="rect">
            <a:avLst/>
          </a:prstGeom>
        </p:spPr>
      </p:pic>
      <p:pic>
        <p:nvPicPr>
          <p:cNvPr id="8" name="Picture 7" descr="pul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0" y="3276600"/>
            <a:ext cx="1422400" cy="142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Force (FSR), 4A. 46 tiny, 33 square. Calibrate each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72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Flex, 4B. Only 8 left, so share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4775200"/>
            <a:ext cx="190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Pulse, 9D. 9 in stock. Steady at rest, useless once moving.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YOU ALREADY WRITE CODE. WHY COME?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Fair question. Three honest answers.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cannot Google what something feels like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 datasheet says a knock reads as a person, a buzz as a machine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parts are free and already here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Borrowing beats ordering. Nothing to buy, nothing to wait for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Your devices hide sensors you may not be able to reach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Find out today which open up, and which are locked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REVERSE ENGINEER WHAT YOU ALREADY OWN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The trackers in your pocket and on your wrist. What opens up, and what does not.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BLE heart rate strap: readable from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Web Bluetooth, standard GATT. Chrome and Edge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Most Garmin watches: the same, with no app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Turn on Broadcast Heart Rate and it acts as a strap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Apple Watch: nothing live, whatever you write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HealthKit needs a watchOS app in Swift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Garmin history: Connect IQ, or the API afterwards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Good for analysis. Useless for reacting in real time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A PHONE WILL AND WILL NOT GIVE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Open sensors.chomskylab.dk on your own phone right now.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gyroscope, microphone, camera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Pointer pressure, though a trackpad reports only 0 or 0.5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it, at any version, and Chrome on iOS is Safari underneath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So "the phone buzzes" works on no iPhone in this room.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Check the feature, not the tutorial, before it is in a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qr_sens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0" y="2159000"/>
            <a:ext cx="16002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9000" y="3835400"/>
            <a:ext cx="23622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buNone/>
            </a:pPr>
            <a:r>
              <a:rPr sz="900">
                <a:solidFill>
                  <a:srgbClr val="595959"/>
                </a:solidFill>
                <a:latin typeface="Arial"/>
              </a:rPr>
              <a:t>sensors.chomskylab.dk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pulses, and how strong they are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CALL IT DONE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you actually leave with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What things feel like, how to drive one, and which to pick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That last one is the expensive mistake this prevents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Everything is open: code, slides and session plan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pic>
        <p:nvPicPr>
          <p:cNvPr id="6" name="Picture 5" descr="qr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3810000"/>
            <a:ext cx="1498600" cy="149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0" y="5384800"/>
            <a:ext cx="22606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 marL="0" indent="0">
              <a:buNone/>
            </a:pPr>
            <a:r>
              <a:rPr sz="900">
                <a:solidFill>
                  <a:srgbClr val="C8D2DC"/>
                </a:solidFill>
                <a:latin typeface="Arial"/>
              </a:rPr>
              <a:t>github.com/labtools-au/</a:t>
            </a:r>
            <a:br/>
            <a:r>
              <a:rPr sz="900">
                <a:solidFill>
                  <a:srgbClr val="C8D2DC"/>
                </a:solidFill>
                <a:latin typeface="Arial"/>
              </a:rPr>
              <a:t>multimodal-actuator-workshop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