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using sit on the benches around the room. Tell them</a:t>
            </a:r>
          </a:p>
          <a:p>
            <a:r>
              <a:t>explicitly to go and feel those between tasks. That is the comparison that used</a:t>
            </a:r>
          </a:p>
          <a:p>
            <a:r>
              <a:t>to be a guided tour; it now happens on their own initiative, which works better</a:t>
            </a:r>
          </a:p>
          <a:p>
            <a:r>
              <a:t>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at every bench.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on fire means the bench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benches around you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