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here, and do not read the slide.</a:t>
            </a:r>
          </a:p>
          <a:p/>
          <a:p>
            <a:r>
              <a:t>Open with the demo, not with talking. Have the coin motor and the solenoid both</a:t>
            </a:r>
          </a:p>
          <a:p>
            <a:r>
              <a:t>wired and running before anyone sits down.</a:t>
            </a:r>
          </a:p>
          <a:p/>
          <a:p>
            <a:r>
              <a:t>Buzz a phone-style notification on the motor. Then send the same message on the</a:t>
            </a:r>
          </a:p>
          <a:p>
            <a:r>
              <a:t>solenoid. Ask which felt more urgent. Let them answer. Nobody needs theory for</a:t>
            </a:r>
          </a:p>
          <a:p>
            <a:r>
              <a:t>that, and it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seconds. It is a map, not a talk.</a:t>
            </a:r>
          </a:p>
          <a:p/>
          <a:p>
            <a:r>
              <a:t>Useful because half the room arrives expecting a lecture and needs to be told</a:t>
            </a:r>
          </a:p>
          <a:p>
            <a:r>
              <a:t>immediately that this is not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 Two minutes,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shape clearly, because it is not a lecture and they will wait to be</a:t>
            </a:r>
          </a:p>
          <a:p>
            <a:r>
              <a:t>lectured at.</a:t>
            </a:r>
          </a:p>
          <a:p/>
          <a:p>
            <a:r>
              <a:t>A board each. Five tasks. Everything pre-wired. They upload, change numbers,</a:t>
            </a:r>
          </a:p>
          <a:p>
            <a:r>
              <a:t>upload again.</a:t>
            </a:r>
          </a:p>
          <a:p/>
          <a:p>
            <a:r>
              <a:t>The actuators they are NOT driving sit on tables around the room. Tell them</a:t>
            </a:r>
          </a:p>
          <a:p>
            <a:r>
              <a:t>explicitly to go and pick those up between tasks. The comparison still happens,</a:t>
            </a:r>
          </a:p>
          <a:p>
            <a:r>
              <a:t>just on their own initiative rather than on a timer.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 not narrate it. Fifteen seconds.</a:t>
            </a:r>
          </a:p>
          <a:p/>
          <a:p>
            <a:r>
              <a:t>The one hard checkpoint is 0:25. Everyone should have task 01 running by then.</a:t>
            </a:r>
          </a:p>
          <a:p>
            <a:r>
              <a:t>If someone is still fighting drivers at 0:30, pair them with a group that is</a:t>
            </a:r>
          </a:p>
          <a:p>
            <a:r>
              <a:t>working rather than debugging it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0:10. Boards out.</a:t>
            </a:r>
          </a:p>
          <a:p/>
          <a:p>
            <a:r>
              <a:t>Get EVERYONE through task 01 before anyone races ahead. It is the shortest and</a:t>
            </a:r>
          </a:p>
          <a:p>
            <a:r>
              <a:t>it flushes out the setup problems: wrong board, wrong port, missing driver.</a:t>
            </a:r>
          </a:p>
          <a:p/>
          <a:p>
            <a:r>
              <a:t>Once task 01 runs for a pair, they can move at their own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slide, no more.</a:t>
            </a:r>
          </a:p>
          <a:p/>
          <a:p>
            <a:r>
              <a:t>Name the arc, it is the point: 1 to 3 are output, 4 is input, 5 is both. By</a:t>
            </a:r>
          </a:p>
          <a:p>
            <a:r>
              <a:t>task 5 they have built a complete interaction loop, which is the shape of most</a:t>
            </a:r>
          </a:p>
          <a:p>
            <a:r>
              <a:t>project work.</a:t>
            </a:r>
          </a:p>
          <a:p/>
          <a:p>
            <a:r>
              <a:t>Say clearly that nobody is expected to finish all five. Getting 01 working and</a:t>
            </a:r>
          </a:p>
          <a:p>
            <a:r>
              <a:t>then properly playing with 02 beats rushing all of them.</a:t>
            </a:r>
          </a:p>
          <a:p/>
          <a:p>
            <a:r>
              <a:t>Task 05's last experiment IS the closing brief, so the work carries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format once here rather than repeating it per task.</a:t>
            </a:r>
          </a:p>
          <a:p/>
          <a:p>
            <a:r>
              <a:t>CHANGE ME at the top: two or three numbers, already set to something that</a:t>
            </a:r>
          </a:p>
          <a:p>
            <a:r>
              <a:t>works. THINGS TO TRY at the bottom: four experiments, easy to hard, and the</a:t>
            </a:r>
          </a:p>
          <a:p>
            <a:r>
              <a:t>last one usually asks for a rewrite rather than a tweak.</a:t>
            </a:r>
          </a:p>
          <a:p/>
          <a:p>
            <a:r>
              <a:t>Upload problems, in the order they will hit you:</a:t>
            </a:r>
          </a:p>
          <a:p>
            <a:r>
              <a:t>  * wrong board or port under Tools</a:t>
            </a:r>
          </a:p>
          <a:p>
            <a:r>
              <a:t>  * ADCTouch not installed (tasks 04 and 05)</a:t>
            </a:r>
          </a:p>
          <a:p>
            <a:r>
              <a:t>  * solenoid task: board resets when it fires means its supply is off</a:t>
            </a:r>
          </a:p>
          <a:p/>
          <a:p>
            <a:r>
              <a:t>Write the repo URL on the whiteboard now. It gets asked for six times.</a:t>
            </a:r>
          </a:p>
          <a:p/>
          <a:p>
            <a:r>
              <a:t>If a task's hardware fails, utils/ has the diagnostics: pin_sweep, i2c_scanner,</a:t>
            </a:r>
          </a:p>
          <a:p>
            <a:r>
              <a:t>analog_monitor.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out loud, do not just show it. Some students will not believe</a:t>
            </a:r>
          </a:p>
          <a:p>
            <a:r>
              <a:t>they are allowed to skip ahead or stop early unless you tell them.</a:t>
            </a:r>
          </a:p>
          <a:p/>
          <a:p>
            <a:r>
              <a:t>The failure mode is a pair rushing all five tasks badly instead of doing two</a:t>
            </a:r>
          </a:p>
          <a:p>
            <a:r>
              <a:t>properly. Name that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slide where you should sound firm.</a:t>
            </a:r>
          </a:p>
          <a:p/>
          <a:p>
            <a:r>
              <a:t>Three real hazards:</a:t>
            </a:r>
          </a:p>
          <a:p>
            <a:r>
              <a:t>  * solenoid and Peltier on their own supply, not USB</a:t>
            </a:r>
          </a:p>
          <a:p>
            <a:r>
              <a:t>  * Peltier heatsink on before it is switched on, no exceptions</a:t>
            </a:r>
          </a:p>
          <a:p>
            <a:r>
              <a:t>  * no motor straight from a pin</a:t>
            </a:r>
          </a:p>
          <a:p/>
          <a:p>
            <a:r>
              <a:t>Say the numbers: a pin gives 40 mA, the motor wants about 75. It is not a rule</a:t>
            </a:r>
          </a:p>
          <a:p>
            <a:r>
              <a:t>they have to take on faith.</a:t>
            </a:r>
          </a:p>
          <a:p/>
          <a:p>
            <a:r>
              <a:t>Also mention that a board resetting when the solenoid fires is a POWER problem,</a:t>
            </a:r>
          </a:p>
          <a:p>
            <a:r>
              <a:t>not a code bug. It will save someone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single idea most worth stealing from today, and</a:t>
            </a:r>
          </a:p>
          <a:p>
            <a:r>
              <a:t>it is worth interrupting the room for once most people have reached task 04.</a:t>
            </a:r>
          </a:p>
          <a:p/>
          <a:p>
            <a:r>
              <a:t>Two things students get wrong:</a:t>
            </a:r>
          </a:p>
          <a:p/>
          <a:p>
            <a:r>
              <a:t>1. A fixed threshold. Works in the morning, fails after lunch, because the</a:t>
            </a:r>
          </a:p>
          <a:p>
            <a:r>
              <a:t>   reading drifts with humidity and mains hum.</a:t>
            </a:r>
          </a:p>
          <a:p/>
          <a:p>
            <a:r>
              <a:t>2. Feeding the baseline buffer always. A long press then teaches the baseline</a:t>
            </a:r>
          </a:p>
          <a:p>
            <a:r>
              <a:t>   that a finger is normal, and the touch silently stops working. The buffer</a:t>
            </a:r>
          </a:p>
          <a:p>
            <a:r>
              <a:t>   must only learn while untouched.</a:t>
            </a:r>
          </a:p>
          <a:p/>
          <a:p>
            <a:r>
              <a:t>Put the Serial Plotter on the projector. Watching the baseline wander while the</a:t>
            </a:r>
          </a:p>
          <a:p>
            <a:r>
              <a:t>trigger line tracks it explains the whole design in ten seconds.</a:t>
            </a:r>
          </a:p>
          <a:p/>
          <a:p>
            <a:r>
              <a:t>For what it is worth, the rig this came from went through the same tuning: an</a:t>
            </a:r>
          </a:p>
          <a:p>
            <a:r>
              <a:t>earlier version used 1.008 with a 50-sample baseline, the final one 1.01 with</a:t>
            </a:r>
          </a:p>
          <a:p>
            <a:r>
              <a:t>25. Everyone tunes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1:25. Pull the room back together.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someone to report the Peltier delay. Let that land, it is far more</a:t>
            </a:r>
          </a:p>
          <a:p>
            <a:r>
              <a:t>persuasive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 not teach. These sit on one table with a sign.</a:t>
            </a:r>
          </a:p>
          <a:p/>
          <a:p>
            <a:r>
              <a:t>The honest warnings matter more than the specs: PPG is useless once the hand</a:t>
            </a:r>
          </a:p>
          <a:p>
            <a:r>
              <a:t>moves, GSR drifts so only relative change works, FSRs need per-pad calibration.</a:t>
            </a:r>
          </a:p>
          <a:p/>
          <a:p>
            <a:r>
              <a:t>Push the phone option hard. For a lot of projects it beats everything else on</a:t>
            </a:r>
          </a:p>
          <a:p>
            <a:r>
              <a:t>the table and needs no soldering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put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touch" and "it moves when you touch it"</a:t>
            </a:r>
          </a:p>
          <a:p>
            <a:r>
              <a:t>is smaller than it looks.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what you will wish you had at the project demonstrations.</a:t>
            </a:r>
          </a:p>
          <a:p/>
          <a:p>
            <a:r>
              <a:t>Note for you: the sock repo has a hardcoded Wi-Fi password and live patient IDs</a:t>
            </a:r>
          </a:p>
          <a:p>
            <a:r>
              <a:t>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1:35. The blind test.</a:t>
            </a:r>
          </a:p>
          <a:p/>
          <a:p>
            <a:r>
              <a:t>Most groups will already have something from task 05. This is where it gets</a:t>
            </a:r>
          </a:p>
          <a:p>
            <a:r>
              <a:t>tested by someone who did not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If someone asks to add a second actuator, say no. The constraint is the</a:t>
            </a:r>
          </a:p>
          <a:p>
            <a:r>
              <a:t>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worth repeating twice.</a:t>
            </a:r>
          </a:p>
          <a:p/>
          <a:p>
            <a:r>
              <a:t>Run the test: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while the blind tests are running so groups can check</a:t>
            </a:r>
          </a:p>
          <a:p>
            <a:r>
              <a:t>themselves without asking you.</a:t>
            </a:r>
          </a:p>
          <a:p/>
          <a:p>
            <a:r>
              <a:t>The second line matters most: a device that fires continuously when held is</a:t>
            </a:r>
          </a:p>
          <a:p>
            <a:r>
              <a:t>the single most common bug, and it is a debounce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closing argument. Thirty seconds.</a:t>
            </a:r>
          </a:p>
          <a:p/>
          <a:p>
            <a:r>
              <a:t>If they leave with only one thing, it should be the third: pick the actuator</a:t>
            </a:r>
          </a:p>
          <a:p>
            <a:r>
              <a:t>before designing the interaction. Discovering in week 46 that the chosen one</a:t>
            </a:r>
          </a:p>
          <a:p>
            <a:r>
              <a:t>cannot do the job is the expensive mistake this session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Every task sketch is commented for them, and the</a:t>
            </a:r>
          </a:p>
          <a:p>
            <a:r>
              <a:t>bench test sketches are there too if they want to see the minimal version.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Pack down: everything back in the box, including the resistors. It will not all</a:t>
            </a:r>
          </a:p>
          <a:p>
            <a:r>
              <a:t>come back.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TLDR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Two hours finding out what actuators feel like, and leaving able to drive one from your own code.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 a board and run task 01. Something spins.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Change two numbers, upload again. That loop is the workshop.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Pick up the actuators you are not driving.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Work through as many of the five tasks as you get to.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Build one signal someone else can read without looking.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a coin motor costs 12 kr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board each, five tasks, everything pre-wired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Upload, change two numbers, upload again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 today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Actuators are on the tables around you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 and feel the ones your task does not use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Finish by building one signal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Someone else has to read it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only hard checkpoint is 0:25: everyone has task 01 running.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15 min    Boards out, task 01 running for everyone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0:25     60 min    Tasks 02 to 05, at your own pace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1:25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1:35     20 min    Blind test on task 05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1:55      5 min   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FIVE TASKS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FIVE TASKS, ONE BOARD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Upload, change two numbers, upload again. That loop is the point.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01   Make something spin        coin motor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02   Make something tap         solenoid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03   Make something warm        Peltier tile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04   Make it notice you         a wire and foil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05   Make it answer back        both together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1 to 3 are output. 4 is input. 5 is both.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Nobody is expected to finish all five.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THE TASK SKETCHES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sketch runs the moment you upload it. Nothing to wire.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CHANGE ME block at the top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Two or three numbers. Edit, upload, feel the difference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THINGS TO TRY list at the bottom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Four experiments, roughly in order of difficulty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last one is usually the interesting one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github.com/gust1527/multimodal-actuator-workshop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FREESTYLE IS ENCOURAGED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do not have to do the tasks in order.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do not have to finish them.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Getting task 01 working and then properly playing with task 02 beats rushing through all five.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you want to drive something that is not in front of you, go and get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BEFORE YOU POWER ANYTHING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solenoid and the Peltier both pull real current.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need their own supply. Ask before you rewire either.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Peltier needs its heatsink on. Every time.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Without it the tile cooks itself in about a minute.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Never drive a motor straight from a pin.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40 mA limit. The motor wants nearly twice that.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THAT SURPRISES PEOPLE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 with a sign. Wander over between tasks.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That is task 04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Heart rate (PPG). Useless once the hand moves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Skin conductance (GSR). Relative change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Flex sensor. The cheap data glove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Pressure (FSR). Calibrate every pad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actuator. Three messages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Arrived. Something wrong. Finished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two things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Rhythm of the pulses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How strong they are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TEST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Hand your device to another group with the screen turned away.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can tell all three messages apart.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does not fire continuously when held.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know which two got confused, and what would have separated them.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still works when they are not looking at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ACTUALLY LEARN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Three things you cannot get from a datasheet.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things feel like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 motor is a nudge. A solenoid is a knock. A Peltier is slow.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How to drive one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PWM, direction, debouncing, and why a motor never goes straight to a pin.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to pick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Choosing the actuator before designing the interaction, not in week 46.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github.com/gust1527/multimodal-actuator-workshop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