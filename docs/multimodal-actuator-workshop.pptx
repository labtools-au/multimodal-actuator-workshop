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here. Don't read the slide.</a:t>
            </a:r>
          </a:p>
          <a:p/>
          <a:p>
            <a:r>
              <a:t>Open with the failing demo, not with talking. Have the coin motor and the</a:t>
            </a:r>
          </a:p>
          <a:p>
            <a:r>
              <a:t>solenoid both wired and ready before anyone sits down.</a:t>
            </a:r>
          </a:p>
          <a:p/>
          <a:p>
            <a:r>
              <a:t>Buzz a phone-style notification on the ERM. Then send the same message on the</a:t>
            </a:r>
          </a:p>
          <a:p>
            <a:r>
              <a:t>solenoid. Ask: which felt more urgent? Let them answer. Nobody needs theory</a:t>
            </a:r>
          </a:p>
          <a:p>
            <a:r>
              <a:t>for that, and that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</a:t>
            </a:r>
          </a:p>
          <a:p/>
          <a:p>
            <a:r>
              <a:t>Not because it was wrong. Because nobody had held the parts.</a:t>
            </a:r>
          </a:p>
          <a:p/>
          <a:p>
            <a:r>
              <a:t>They get the Actuators lecture tomorrow. Today is the hands, not the theory.</a:t>
            </a:r>
          </a:p>
          <a:p/>
          <a:p>
            <a:r>
              <a:t>Keep this short, 2 minutes. They came to do things, not hear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rules firmly, because the rotation collapses if you don't.</a:t>
            </a:r>
          </a:p>
          <a:p/>
          <a:p>
            <a:r>
              <a:t>Nobody wires anything today. Everything is pre-wired and running. They turn</a:t>
            </a:r>
          </a:p>
          <a:p>
            <a:r>
              <a:t>one knob and answer one question.</a:t>
            </a:r>
          </a:p>
          <a:p/>
          <a:p>
            <a:r>
              <a:t>Say out loud: the timer is hard. Ten minutes means ten minutes. Bench 3, the</a:t>
            </a:r>
          </a:p>
          <a:p>
            <a:r>
              <a:t>solenoid, is the one people will not want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don't narrate it. Fifteen seconds.</a:t>
            </a:r>
          </a:p>
          <a:p/>
          <a:p>
            <a:r>
              <a:t>Practical: assign each group a DIFFERENT starting bench so they rotate cleanly.</a:t>
            </a:r>
          </a:p>
          <a:p>
            <a:r>
              <a:t>Six groups, six benches. Write starting numbers on the whiteboard.</a:t>
            </a:r>
          </a:p>
          <a:p/>
          <a:p>
            <a:r>
              <a:t>If a bench breaks mid-session, pull it and go to five. Five working benches</a:t>
            </a:r>
          </a:p>
          <a:p>
            <a:r>
              <a:t>beat six with a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Rotation starts. Set a visible timer.</a:t>
            </a:r>
          </a:p>
          <a:p/>
          <a:p>
            <a:r>
              <a:t>You are now a timekeeper, not a lecturer. Call the rotation loudly every ten</a:t>
            </a:r>
          </a:p>
          <a:p>
            <a:r>
              <a:t>minutes. Circulate, but do not rescue. Let them poke at things.</a:t>
            </a:r>
          </a:p>
          <a:p/>
          <a:p>
            <a:r>
              <a:t>The bench slides that follow are reference for YOU and for anyone who wants to</a:t>
            </a:r>
          </a:p>
          <a:p>
            <a:r>
              <a:t>look back. Do not present them one by one before the rotation. That would eat</a:t>
            </a:r>
          </a:p>
          <a:p>
            <a:r>
              <a:t>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limitation, made physical: speed and strength are mechanically</a:t>
            </a:r>
          </a:p>
          <a:p>
            <a:r>
              <a:t>linked on this motor. You cannot get gentle-but-fast.</a:t>
            </a:r>
          </a:p>
          <a:p/>
          <a:p>
            <a:r>
              <a:t>Common question: "why does it feel weak at low PWM?" Below about 90 the motor</a:t>
            </a:r>
          </a:p>
          <a:p>
            <a:r>
              <a:t>cannot overcome its own friction. That floor is real and worth naming.</a:t>
            </a:r>
          </a:p>
          <a:p/>
          <a:p>
            <a:r>
              <a:t>Never let anyone rewire this to a bare pin. 40 mA limit, motor pulls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bench 1's compromise. LRA is the phone-keyboard feel:</a:t>
            </a:r>
          </a:p>
          <a:p>
            <a:r>
              <a:t>5 ms on, 5 ms off. Piezo is a crystal that flexes when you put current across</a:t>
            </a:r>
          </a:p>
          <a:p>
            <a:r>
              <a:t>it, so it is sharp but shallow.</a:t>
            </a:r>
          </a:p>
          <a:p/>
          <a:p>
            <a:r>
              <a:t>If the LRA sounds wrong, the DRV2605L is in ERM mode. It must be told which</a:t>
            </a:r>
          </a:p>
          <a:p>
            <a:r>
              <a:t>type it's driving. That's the failure to expect here.</a:t>
            </a:r>
          </a:p>
          <a:p/>
          <a:p>
            <a:r>
              <a:t>Good moment to point out: 123 built-in waveforms means they don't have to</a:t>
            </a:r>
          </a:p>
          <a:p>
            <a:r>
              <a:t>design vibration from scratch in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one. A single knock reads as a person tapping you</a:t>
            </a:r>
          </a:p>
          <a:p>
            <a:r>
              <a:t>rather than a machine signalling. Worth naming out loud, because it is the</a:t>
            </a:r>
          </a:p>
          <a:p>
            <a:r>
              <a:t>whole reason it feels different, and the slide only says the short version.</a:t>
            </a:r>
          </a:p>
          <a:p/>
          <a:p>
            <a:r>
              <a:t>Watch the duty cycle. Solenoids get hot fast, so if it has been hammering for</a:t>
            </a:r>
          </a:p>
          <a:p>
            <a:r>
              <a:t>ten minutes, let it rest.</a:t>
            </a:r>
          </a:p>
          <a:p/>
          <a:p>
            <a:r>
              <a:t>Separate supply, common ground. On USB alone the board browns out and resets,</a:t>
            </a:r>
          </a:p>
          <a:p>
            <a:r>
              <a:t>which looks like a code bug and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surprise bench. No breakout board. The input is a wire.</a:t>
            </a:r>
          </a:p>
          <a:p/>
          <a:p>
            <a:r>
              <a:t>Have the Serial Plotter on a screen here. Watching the baseline wander while</a:t>
            </a:r>
          </a:p>
          <a:p>
            <a:r>
              <a:t>the trigger line tracks it teaches the whole idea in ten seconds.</a:t>
            </a:r>
          </a:p>
          <a:p/>
          <a:p>
            <a:r>
              <a:t>Let someone hold their hand NEAR without touching. The gradual approach is</a:t>
            </a:r>
          </a:p>
          <a:p>
            <a:r>
              <a:t>what makes the threshold question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one idea most worth stealing from today.</a:t>
            </a:r>
          </a:p>
          <a:p/>
          <a:p>
            <a:r>
              <a:t>Two things students get wrong:</a:t>
            </a:r>
          </a:p>
          <a:p/>
          <a:p>
            <a:r>
              <a:t>1. They use a fixed threshold. Works in the morning, fails after lunch,</a:t>
            </a:r>
          </a:p>
          <a:p>
            <a:r>
              <a:t>   because the reading drifts with humidity and mains hum.</a:t>
            </a:r>
          </a:p>
          <a:p/>
          <a:p>
            <a:r>
              <a:t>2. They feed the baseline buffer always. Then a long press teaches the</a:t>
            </a:r>
          </a:p>
          <a:p>
            <a:r>
              <a:t>   baseline that a finger is normal, and the touch silently stops working.</a:t>
            </a:r>
          </a:p>
          <a:p>
            <a:r>
              <a:t>   The buffer must ONLY learn while untouched.</a:t>
            </a:r>
          </a:p>
          <a:p/>
          <a:p>
            <a:r>
              <a:t>Code is in the repo, bench 04, commented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Thermal. People are bad at reading thermal patterns, and this is</a:t>
            </a:r>
          </a:p>
          <a:p>
            <a:r>
              <a:t>where they find that out for themselves.</a:t>
            </a:r>
          </a:p>
          <a:p/>
          <a:p>
            <a:r>
              <a:t>Make them time themselves. The 3 to 8 second onset kills a lot of bad project</a:t>
            </a:r>
          </a:p>
          <a:p>
            <a:r>
              <a:t>ideas before they get proposed, which is exactly what you want happening now</a:t>
            </a:r>
          </a:p>
          <a:p>
            <a:r>
              <a:t>rather than in week 46.</a:t>
            </a:r>
          </a:p>
          <a:p/>
          <a:p>
            <a:r>
              <a:t>Safety: heatsink on the hot side, capped at 45 C. Skin burns above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Redundancy, made physical. One transducer on a plate, two frequencies: 40 Hz</a:t>
            </a:r>
          </a:p>
          <a:p>
            <a:r>
              <a:t>you feel, 400 Hz you hear, both from the same driver.</a:t>
            </a:r>
          </a:p>
          <a:p/>
          <a:p>
            <a:r>
              <a:t>The point isn't that together is louder. It's that together is more CERTAIN.</a:t>
            </a:r>
          </a:p>
          <a:p>
            <a:r>
              <a:t>Sending the same thing down two channels is the cheapest reliability their</a:t>
            </a:r>
          </a:p>
          <a:p>
            <a:r>
              <a:t>projects can buy.</a:t>
            </a:r>
          </a:p>
          <a:p/>
          <a:p>
            <a:r>
              <a:t>Ear defenders must actually be used or the comparison is dishonest.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1:10. Rotation over. Round-the-room now.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the thermal group to report the delay. Let that land, it is more</a:t>
            </a:r>
          </a:p>
          <a:p>
            <a:r>
              <a:t>persuasive coming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don't teach. These sit on one table with a sign. The slide is one</a:t>
            </a:r>
          </a:p>
          <a:p>
            <a:r>
              <a:t>line each; the caveats below are what actually saves them time.</a:t>
            </a:r>
          </a:p>
          <a:p/>
          <a:p>
            <a:r>
              <a:t>The honest warnings matter more than the specs: PPG is garbage once the hand</a:t>
            </a:r>
          </a:p>
          <a:p>
            <a:r>
              <a:t>moves, GSR drifts so only relative change is usable, FSRs need per-pad</a:t>
            </a:r>
          </a:p>
          <a:p>
            <a:r>
              <a:t>calibration.</a:t>
            </a:r>
          </a:p>
          <a:p/>
          <a:p>
            <a:r>
              <a:t>Push the phone option hard. For a lot of projects it genuinely beats</a:t>
            </a:r>
          </a:p>
          <a:p>
            <a:r>
              <a:t>everything else on the table and needs no soldering.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show the actual repos on screen if you can. The slide names</a:t>
            </a:r>
          </a:p>
          <a:p>
            <a:r>
              <a:t>them; you supply the detail.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exactly what you want at the project demonstrations.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haptics" and "it moves when you touch</a:t>
            </a:r>
          </a:p>
          <a:p>
            <a:r>
              <a:t>it" is smaller than it looks.</a:t>
            </a:r>
          </a:p>
          <a:p/>
          <a:p>
            <a:r>
              <a:t>Note for you: the sock repo has a hardcoded Wi-Fi password and live patient</a:t>
            </a:r>
          </a:p>
          <a:p>
            <a:r>
              <a:t>IDs 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1:20. Build starts. Thirty minutes.</a:t>
            </a:r>
          </a:p>
          <a:p/>
          <a:p>
            <a:r>
              <a:t>Groups pick any actuator from the rotation. Most will pick bench 1 or 3</a:t>
            </a:r>
          </a:p>
          <a:p>
            <a:r>
              <a:t>because they are simplest. That is fine, the constraint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Rhythm and strength only. If someone asks to add a second actuator, say no.</a:t>
            </a:r>
          </a:p>
          <a:p>
            <a:r>
              <a:t>The constraint is the exercise. Encoding within one channel is the skill.</a:t>
            </a:r>
          </a:p>
          <a:p/>
          <a:p>
            <a:r>
              <a:t>Suggested set is on the slide, but let them choose their own three messages if</a:t>
            </a:r>
          </a:p>
          <a:p>
            <a:r>
              <a:t>they have a better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line worth repeating twice.</a:t>
            </a:r>
          </a:p>
          <a:p/>
          <a:p>
            <a:r>
              <a:t>1:50. Blind test.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  <a:p/>
          <a:p>
            <a:r>
              <a:t>Pack down: everything back in the box, including the resistors. It will not</a:t>
            </a:r>
          </a:p>
          <a:p>
            <a:r>
              <a:t>all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Bench 01 and 04 sketches are commented for them.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Six benches, already wired and running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Ten minutes each. Hard timer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Change one parameter, answer one question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Then build one signal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rotation is the spine of the session, so keep it moving.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60 min    Bench rotation, 10 minutes each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1:10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1:20     30 min    Build one signal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1:50     10 min    Blind test and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THE SIX BENCHES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01   ERM COIN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same part as in your phone.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Speed and strength are welded together.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"Gentle but fast" is not on offer.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At what point does it stop feeling like information and start feeling like a malfunction?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10mm 3V coin ERM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2N2222 + 1N4148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D9 (PWM)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~75 mA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spin-up   20-40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~12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02   LRA + PIEZO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bench 01's compromise.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LRA: resonance in 5 ms, stops just as fast.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phone-keyboard feel.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Piezo: near-instant, almost no power.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tick, not a thump.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Which of the three vibrators would you actually put on a wrist, and why not the others?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parts   LRA 10mm + piezo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driver   DRV2605L (I2C)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A4 SDA / A5 SCL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effects   123 waveforms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~90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03   SOLENOID TAP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IMPACT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One 15 ms pulse against a fingertip.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bench everyone remembers.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knock reads as a person tapping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Buzzing reads as a machine.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How many taps before it goes from alert to nagging?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5V push-pull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MOSFET + flyback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peak   ~1.1 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duty   &lt;= 25%, gets hot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~45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04   CAPACITIVE TOUCH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TOUCH INPUT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Bare finger on a surface. Servos react.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No button. No sensor you can point at.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input is a wire behind a plate.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Foil, card, fabric. Anything works.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Put your hand near the plate without touching. When exactly did it decide that was a touch?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sense   ADCTouch on A0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baseline   25-sample roll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trigger   1.01x average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debounce   100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servos   D4 + D13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~0 kr, a wire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BENCH 04: THE WHOLE TRICK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05   PELTIER WARM / COOL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THERMAL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side, cools the other.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Flip the current, it reverses.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Sit with it. Seconds before you are sure.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Hot alternating with cold reads as lukewarm.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Time yourself. How long until you would bet money on warmer vs cooler?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TEC1-12706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L298N H-bridge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D3 PWM / D4-5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2-4 A, bench PSU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onset   3-8 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cap   45 C in software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06   THE SAME SIGNAL, TWICE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AUDIO + TOUCH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One driver. 40 Hz you feel, 400 Hz you hear.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Toggle them alone, then together.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Together is not louder. It is more certain.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channels, same message. Cheap reliability.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With ear defenders on, does the signal still work?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bone-conduction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amp   PAM8403 class-D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D11 (tone)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felt   ~40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heard   ~400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~110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table, not a rotation. Wander over during the build.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See bench 04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