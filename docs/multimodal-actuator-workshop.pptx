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each, and they build the circuits themselves from an empty breadboard.</a:t>
            </a:r>
          </a:p>
          <a:p>
            <a:r>
              <a:t>Say that plainly, because a room of computer scientists will assume the</a:t>
            </a:r>
          </a:p>
          <a:p>
            <a:r>
              <a:t>hardware is someone else's problem and wait to be handed a working rig.</a:t>
            </a:r>
          </a:p>
          <a:p/>
          <a:p>
            <a:r>
              <a:t>Two or three stations each, in rising difficulty. Nobody builds all six.</a:t>
            </a:r>
          </a:p>
          <a:p/>
          <a:p>
            <a:r>
              <a:t>The ladder does the teaching: task 00 is two wires, task 04 is one, task 05</a:t>
            </a:r>
          </a:p>
          <a:p>
            <a:r>
              <a:t>joins them, and only then does task 01 introduce a transistor. By the time</a:t>
            </a:r>
          </a:p>
          <a:p>
            <a:r>
              <a:t>they meet a driver circuit they have already had three things work, which is</a:t>
            </a:r>
          </a:p>
          <a:p>
            <a:r>
              <a:t>what makes them willing to debug the fourth.</a:t>
            </a:r>
          </a:p>
          <a:p/>
          <a:p>
            <a:r>
              <a:t>The actuators they are NOT building sit on tables at the front. Tell them</a:t>
            </a:r>
          </a:p>
          <a:p>
            <a:r>
              <a:t>explicitly to go and pick those up between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Two hard checkpoints. At 0:20 every single person should have a piezo ticking,</a:t>
            </a:r>
          </a:p>
          <a:p>
            <a:r>
              <a:t>because that is two wires and if it is not working the problem is the board or</a:t>
            </a:r>
          </a:p>
          <a:p>
            <a:r>
              <a:t>the IDE, not the circuit. Fix those before anyone meets a transistor.</a:t>
            </a:r>
          </a:p>
          <a:p/>
          <a:p>
            <a:r>
              <a:t>At 0:40 most people should have task 01 buzzing. If someone is still fighting</a:t>
            </a:r>
          </a:p>
          <a:p>
            <a:r>
              <a:t>it, pair them with a working group rather than leaving them to debug alone.</a:t>
            </a:r>
          </a:p>
          <a:p/>
          <a:p>
            <a:r>
              <a:t>Walk the room during the 45 minute block. Look for reversed diodes and</a:t>
            </a:r>
          </a:p>
          <a:p>
            <a:r>
              <a:t>transistors in backwards; both fail silently and neither is guessable.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Read it as a ladder, because that is what it is. The top three need no</a:t>
            </a:r>
          </a:p>
          <a:p>
            <a:r>
              <a:t>transistor at all: piezo, foil pad, then the two joined together. That is a</a:t>
            </a:r>
          </a:p>
          <a:p>
            <a:r>
              <a:t>complete sense-and-respond loop built from three wires, and they can have it</a:t>
            </a:r>
          </a:p>
          <a:p>
            <a:r>
              <a:t>working inside twenty minutes.</a:t>
            </a:r>
          </a:p>
          <a:p/>
          <a:p>
            <a:r>
              <a:t>The bottom three each add exactly one new idea. Task 01 adds a transistor and</a:t>
            </a:r>
          </a:p>
          <a:p>
            <a:r>
              <a:t>a flyback diode, because a motor draws 100 mA and a pin gives 40. Task 02 adds</a:t>
            </a:r>
          </a:p>
          <a:p>
            <a:r>
              <a:t>a separate supply. Task 03 adds an H-bridge for direction.</a:t>
            </a:r>
          </a:p>
          <a:p/>
          <a:p>
            <a:r>
              <a:t>Say clearly that nobody is expected to do all six, and that two done properly</a:t>
            </a:r>
          </a:p>
          <a:p>
            <a:r>
              <a:t>beats five rushed.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PINS at the very top: every leg and every wire. That block is what they build</a:t>
            </a:r>
          </a:p>
          <a:p>
            <a:r>
              <a:t>from, and it is why nobody needs a schematic. Point at it explicitly.</a:t>
            </a:r>
          </a:p>
          <a:p/>
          <a:p>
            <a:r>
              <a:t>CHANGE ME below that: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Reference, not a talking point. Ten seconds, or skip it entirely if the</a:t>
            </a:r>
          </a:p>
          <a:p>
            <a:r>
              <a:t>stations are already built.</a:t>
            </a:r>
          </a:p>
          <a:p/>
          <a:p>
            <a:r>
              <a:t>It earns its place two ways: you use it while setting the room up, and it is</a:t>
            </a:r>
          </a:p>
          <a:p>
            <a:r>
              <a:t>the slide to jump back to when someone asks "which pin was the solenoid".</a:t>
            </a:r>
          </a:p>
          <a:p/>
          <a:p>
            <a:r>
              <a:t>The bottom line is the one worth reading aloud if anyone touches the stepper:</a:t>
            </a:r>
          </a:p>
          <a:p>
            <a:r>
              <a:t>the pins go into the constructor OUT of order, 8, 10, 9, 11. Wired in numeric</a:t>
            </a:r>
          </a:p>
          <a:p>
            <a:r>
              <a:t>order it buzzes instead of turning and looks like a dead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actuator and first build, so keep it short and get them moving.</a:t>
            </a:r>
          </a:p>
          <a:p/>
          <a:p>
            <a:r>
              <a:t>A crystal that flexes when you put current across it. Near-instant, almost no</a:t>
            </a:r>
          </a:p>
          <a:p>
            <a:r>
              <a:t>power, but shallow. A tick, not a thump.</a:t>
            </a:r>
          </a:p>
          <a:p/>
          <a:p>
            <a:r>
              <a:t>Two wires and no driver, because a piezo is a capacitor and draws almost</a:t>
            </a:r>
          </a:p>
          <a:p>
            <a:r>
              <a:t>nothing. That is the honest reason it is first, and it is worth saying: when</a:t>
            </a:r>
          </a:p>
          <a:p>
            <a:r>
              <a:t>this works, their board, cable, port and IDE are all proven, so every later</a:t>
            </a:r>
          </a:p>
          <a:p>
            <a:r>
              <a:t>failure is in the circuit they built.</a:t>
            </a:r>
          </a:p>
          <a:p/>
          <a:p>
            <a:r>
              <a:t>Tell them to press it flat against the table. It gets much louder, because the</a:t>
            </a:r>
          </a:p>
          <a:p>
            <a:r>
              <a:t>table becomes the diaphragm. Same effect the surface transducer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  <a:p/>
          <a:p>
            <a:r>
              <a:t>Two things to say now rather than when it bites. Keep the board on laptop USB:</a:t>
            </a:r>
          </a:p>
          <a:p>
            <a:r>
              <a:t>the sensing measures your body against the board's ground and that reference</a:t>
            </a:r>
          </a:p>
          <a:p>
            <a:r>
              <a:t>arrives through the mains earth, so on a charger or a battery it goes unstable</a:t>
            </a:r>
          </a:p>
          <a:p>
            <a:r>
              <a:t>or dead with nothing visibly wrong. And hands off the pad while it boots, or it</a:t>
            </a:r>
          </a:p>
          <a:p>
            <a:r>
              <a:t>learns that a finger is the resting state and then nothing ever triggers.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option, and the only actuator here that goes to a POSITION</a:t>
            </a:r>
          </a:p>
          <a:p>
            <a:r>
              <a:t>rather than a state. 2048 steps per revolution, no feedback sensor needed.</a:t>
            </a:r>
          </a:p>
          <a:p/>
          <a:p>
            <a:r>
              <a:t>Two things will bite, so say both before they start.</a:t>
            </a:r>
          </a:p>
          <a:p/>
          <a:p>
            <a:r>
              <a:t>The constructor does NOT take the pins in numeric order. Wire IN1 to IN4 on</a:t>
            </a:r>
          </a:p>
          <a:p>
            <a:r>
              <a:t>pins 8 to 11, then write Stepper(2048, 8, 10, 9, 11). Get it wrong and it</a:t>
            </a:r>
          </a:p>
          <a:p>
            <a:r>
              <a:t>buzzes and jitters instead of turning, which looks exactly like a dead motor.</a:t>
            </a:r>
          </a:p>
          <a:p/>
          <a:p>
            <a:r>
              <a:t>Give the driver its own 5V supply. Each coil pulls about 240 mA and the board</a:t>
            </a:r>
          </a:p>
          <a:p>
            <a:r>
              <a:t>holds them energised even at rest, which is more than the Uno's 5V pin should</a:t>
            </a:r>
          </a:p>
          <a:p>
            <a:r>
              <a:t>carry. The symptom is misleading: the driver LEDs light in sequence while the</a:t>
            </a:r>
          </a:p>
          <a:p>
            <a:r>
              <a:t>shaft never moves, because LEDs need a few mA and coils need hundreds.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seconds, and do not read the list. The purpose is permission, not</a:t>
            </a:r>
          </a:p>
          <a:p>
            <a:r>
              <a:t>coverage.</a:t>
            </a:r>
          </a:p>
          <a:p/>
          <a:p>
            <a:r>
              <a:t>They are building three things today. This slide says the drawers hold a lot</a:t>
            </a:r>
          </a:p>
          <a:p>
            <a:r>
              <a:t>more, so nobody designs a project around a coin motor just because it was the</a:t>
            </a:r>
          </a:p>
          <a:p>
            <a:r>
              <a:t>one on the slide.</a:t>
            </a:r>
          </a:p>
          <a:p/>
          <a:p>
            <a:r>
              <a:t>Point out that tasks 01 to 03 are already in the repo with working code and</a:t>
            </a:r>
          </a:p>
          <a:p>
            <a:r>
              <a:t>wiring for the motor, the solenoid and the Peltier tile. They can pick those up</a:t>
            </a:r>
          </a:p>
          <a:p>
            <a:r>
              <a:t>in project weeks without starting from nothing.</a:t>
            </a:r>
          </a:p>
          <a:p/>
          <a:p>
            <a:r>
              <a:t>If someone asks which to use for a project: the solenoid is the one people</a:t>
            </a:r>
          </a:p>
          <a:p>
            <a:r>
              <a:t>remember, because a knock reads as a person rather than a machine. The Peltier</a:t>
            </a:r>
          </a:p>
          <a:p>
            <a:r>
              <a:t>is slow and wrong for alerts, right for ambient state. Say that now and it</a:t>
            </a:r>
          </a:p>
          <a:p>
            <a:r>
              <a:t>saves someone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 on one slide, and they pull in opposite directions on</a:t>
            </a:r>
          </a:p>
          <a:p>
            <a:r>
              <a:t>purpose. Say the permission warmly, then change tone for the limits.</a:t>
            </a:r>
          </a:p>
          <a:p/>
          <a:p>
            <a:r>
              <a:t>Permission first: some students will not believe they are allowed to skip</a:t>
            </a:r>
          </a:p>
          <a:p>
            <a:r>
              <a:t>ahead or stop early unless told. The failure mode is a pair rushing all five</a:t>
            </a:r>
          </a:p>
          <a:p>
            <a:r>
              <a:t>badly instead of doing two properly.</a:t>
            </a:r>
          </a:p>
          <a:p/>
          <a:p>
            <a:r>
              <a:t>Then the three hard limits, and here you should sound firm. Say the numbers</a:t>
            </a:r>
          </a:p>
          <a:p>
            <a:r>
              <a:t>out loud: a pin gives 40 mA, the motor wants about 75. It is not a rule they</a:t>
            </a:r>
          </a:p>
          <a:p>
            <a:r>
              <a:t>have to take on faith.</a:t>
            </a:r>
          </a:p>
          <a:p/>
          <a:p>
            <a:r>
              <a:t>Worth adding: a board resetting when the solenoid fires is a POWER problem,</a:t>
            </a:r>
          </a:p>
          <a:p>
            <a:r>
              <a:t>not a code bug. That saves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the room's attention, so do not rush it.</a:t>
            </a:r>
          </a:p>
          <a:p/>
          <a:p>
            <a:r>
              <a:t>This audience can write the code already, and they know it. Saying so out loud</a:t>
            </a:r>
          </a:p>
          <a:p>
            <a:r>
              <a:t>buys credibility for the rest. The argument is not "you need to learn to</a:t>
            </a:r>
          </a:p>
          <a:p>
            <a:r>
              <a:t>program a motor", it is "you cannot Google what something feels like".</a:t>
            </a:r>
          </a:p>
          <a:p/>
          <a:p>
            <a:r>
              <a:t>The second point is practical and lands with everyone: the parts are free and</a:t>
            </a:r>
          </a:p>
          <a:p>
            <a:r>
              <a:t>already in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tinkerers will care most about, and the one where being</a:t>
            </a:r>
          </a:p>
          <a:p>
            <a:r>
              <a:t>precise matters, because the internet is full of wrong answers.</a:t>
            </a:r>
          </a:p>
          <a:p/>
          <a:p>
            <a:r>
              <a:t>The useful surprise: most Garmin watches broadcast heart rate over BLE</a:t>
            </a:r>
          </a:p>
          <a:p>
            <a:r>
              <a:t>natively. Turn on Broadcast Heart Rate, or start a Virtual Run, and the watch</a:t>
            </a:r>
          </a:p>
          <a:p>
            <a:r>
              <a:t>appears as an ordinary heart rate strap that Web Bluetooth can read from a web</a:t>
            </a:r>
          </a:p>
          <a:p>
            <a:r>
              <a:t>page. No Connect IQ app, no SDK, no API key.</a:t>
            </a:r>
          </a:p>
          <a:p/>
          <a:p>
            <a:r>
              <a:t>Apple Watch will not. HealthKit needs a companion watchOS app in Swift, so</a:t>
            </a:r>
          </a:p>
          <a:p>
            <a:r>
              <a:t>third-party apps that re-broadcast over BLE are the practical route.</a:t>
            </a:r>
          </a:p>
          <a:p/>
          <a:p>
            <a:r>
              <a:t>Web Bluetooth is Chrome and Edge only. Not Safari, not Firefox. Same lesson as</a:t>
            </a:r>
          </a:p>
          <a:p>
            <a:r>
              <a:t>vibration: check the feature before it goes in a plan.</a:t>
            </a:r>
          </a:p>
          <a:p/>
          <a:p>
            <a:r>
              <a:t>Good project prompt if anyone wants one: a page that pairs with a strap and</a:t>
            </a:r>
          </a:p>
          <a:p>
            <a:r>
              <a:t>drives an actuator from a live pulse. That is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them open sensors.chomskylab.dk on their own phones while you talk.</a:t>
            </a:r>
          </a:p>
          <a:p>
            <a:r>
              <a:t>The split between what works and what does not lands far harder on their own</a:t>
            </a:r>
          </a:p>
          <a:p>
            <a:r>
              <a:t>device than on a slide.</a:t>
            </a:r>
          </a:p>
          <a:p/>
          <a:p>
            <a:r>
              <a:t>The bottom half is the single most useful fact here, and the one people get</a:t>
            </a:r>
          </a:p>
          <a:p>
            <a:r>
              <a:t>wrong 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run, so groups can check themselves</a:t>
            </a:r>
          </a:p>
          <a:p>
            <a:r>
              <a:t>without asking you.</a:t>
            </a:r>
          </a:p>
          <a:p/>
          <a:p>
            <a:r>
              <a:t>The middle line matters most: a device that fires continuously when held is</a:t>
            </a:r>
          </a:p>
          <a:p>
            <a:r>
              <a:t>the single most common bug, and it is a debounce problem.</a:t>
            </a:r>
          </a:p>
          <a:p/>
          <a:p>
            <a:r>
              <a:t>Then close on the bottom half, thirty seconds. If they leave with one thing,</a:t>
            </a:r>
          </a:p>
          <a:p>
            <a:r>
              <a:t>make it the last point: pick the actuator before designing the interaction.</a:t>
            </a:r>
          </a:p>
          <a:p>
            <a:r>
              <a:t>Discovering in week 46 that the chosen one cannot do the job is the expensive</a:t>
            </a:r>
          </a:p>
          <a:p>
            <a:r>
              <a:t>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the lab has 117 coin motors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each. You build the circuits yourself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Every part, every wire, from an empty breadboard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Four tasks, each one wire more than the last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Piezo, then a touch pad, then both, then a stepper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 did not build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 someone else can read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Task 00: piezo. Two wires,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20 min    Task 04: one wire and foil. Watch the drift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0:45     20 min    Task 05: join them. Touch in, tick out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1:05     20 min    Task 07: stepper, if you want it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TASKS, IN BUILD ORDER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Each one adds a single new thing to the circuit before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00   Make it tick        piezo              2 wires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a wire and foil    1 wire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     both of the above  3 wires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07   Make it turn        stepper            6 wires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Four tasks, and the first three need no driver at all.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Tasks 01 to 03 are in the repo if you want the motor,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the solenoid or the Peltier tile. We will not do them today.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Wire it from the diagram at the top, then upload. All of them: github.com/labtools-au/multimodal-actuator-workshop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PINS block at the very top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Every leg, every wire. Build from that, not from memory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below it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experiments. The last is the interesting one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PIN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01  spin    D9  PWM         1k to PN2222 base, motor on collector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02  tap     D6              MOSFET gate, own supply, grounds joined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03  warm    D3 + D5 PWM     H-bridge low and high, bench supply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04  sense   A0              bare wire to foil. That is all of it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05  answer  A0 + D9         the pad, plus any actuator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07  stepper D8 D9 D10 D11   ULN2003 IN1 to IN4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sz="1400" b="1">
                <a:solidFill>
                  <a:srgbClr val="002546"/>
                </a:solidFill>
                <a:latin typeface="Arial"/>
              </a:rPr>
              <a:t>Only D3, D5, D6, D9, D10, D11 do PWM. Stepper pins go into the constructor OUT of order: 8, 10, 9, 11.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pair, collected before you start task 01. Below: the three parts people always come back for.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Board, breadboard, jumper wires, resistors: on the tables.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Not in the drawers, so take what you need.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bbps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327400"/>
            <a:ext cx="1422400" cy="1422400"/>
          </a:xfrm>
          <a:prstGeom prst="rect">
            <a:avLst/>
          </a:prstGeom>
        </p:spPr>
      </p:pic>
      <p:pic>
        <p:nvPicPr>
          <p:cNvPr id="7" name="Picture 6" descr="hbrid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327400"/>
            <a:ext cx="1422400" cy="1422400"/>
          </a:xfrm>
          <a:prstGeom prst="rect">
            <a:avLst/>
          </a:prstGeom>
        </p:spPr>
      </p:pic>
      <p:pic>
        <p:nvPicPr>
          <p:cNvPr id="8" name="Picture 7" descr="am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3274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Breadboard supply, 8A. Anything past an 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L9110S H-bridge, 2C. Reversing, and the Peltier.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PAM8403 amp, 11F. A transducer needs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two wires, no driver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 and no breakout board, which is why the box on the left is empty.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drawer, no part number, no cost  |  one wire  |  keep it on USB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2A  |  44  |  ULN2003  |  2048 steps/rev  |  own 5V supply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ELSE THE LAB HAS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are not limited to today's three. All of this is in the drawers, and the repo has working code for the first three.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Coin motor         a buzz you cannot make gentle and fast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1E  |  117 in stock  |  needs a transistor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Solenoid           a person tapping you, not a signal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3E  |  24  |  1.1 A, needs its own supply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Peltier tile       heat and cold, several seconds to be sure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4C  |  60  |  needs an H bridge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Surface transducer turns any surface into a speaker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7F  |  48  |  needs an amplifier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Servo              holds an angle, with force behind it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2F  |  80  |  Servo.h, own 5V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Electromagnet      a grip that appears and vanishes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3D  |  28  |  needs a MOSFET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FREESTYLE, WITHIN THREE LIMITS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do not have to do the tasks in order, or finish them. Playing properly with two beats rushing all five.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not in front of you, go get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three things that are not negotiable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Solenoid and Peltier get their own supply, never USB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Peltier heatsink goes on before it is switched 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motor straight from a pin. 40 mA limit, it wants 75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GSR, drawer 0C5. Exactly one in the lab, so ask first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fs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76600"/>
            <a:ext cx="1895230" cy="1422400"/>
          </a:xfrm>
          <a:prstGeom prst="rect">
            <a:avLst/>
          </a:prstGeom>
        </p:spPr>
      </p:pic>
      <p:pic>
        <p:nvPicPr>
          <p:cNvPr id="7" name="Picture 6" descr="fle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276600"/>
            <a:ext cx="1895230" cy="1422400"/>
          </a:xfrm>
          <a:prstGeom prst="rect">
            <a:avLst/>
          </a:prstGeom>
        </p:spPr>
      </p:pic>
      <p:pic>
        <p:nvPicPr>
          <p:cNvPr id="8" name="Picture 7" descr="pul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2766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Force (FSR), 4A. 46 tiny, 33 square. Calibrate each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Flex, 4B. Only 8 left, so share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Pulse, 9D. 9 in stock. Steady at rest, useless once moving.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YOU ALREADY WRITE CODE. WHY COME?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Fair question. Three honest answers.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cannot Google what something feels like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datasheet says a knock reads as a person, a buzz as a machine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parts are free and already here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Borrowing beats ordering. Nothing to buy, nothing to wait for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Your devices hide sensors you may not be able to reach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Find out today which open up, and which are locked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REVERSE ENGINEER WHAT YOU ALREADY 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The trackers in your pocket and on your wrist. What opens up, and what does not.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BLE heart rate strap: readable from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Web Bluetooth, standard GATT. Chrome and Edge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Most Garmin watches: the same, with no app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Turn on Broadcast Heart Rate and it acts as a strap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Apple Watch: nothing live, whatever you write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HealthKit needs a watchOS app in Swift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Garmin history: Connect IQ, or the API afterwards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Good for analysis. Useless for reacting in real time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A PHONE WILL AND WILL NOT GIVE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Open sensors.chomskylab.dk on your own phone right now.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gyroscope, microphone, camera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Pointer pressure, though a trackpad reports only 0 or 0.5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it, at any version, and Chrome on iOS is Safari underneath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So "the phone buzzes" works on no iPhone in this room.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Check the feature, not the tutorial, before it is in a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qr_sens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21590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9000" y="3835400"/>
            <a:ext cx="23622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sensors.chomskylab.dk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actuator, whichever you built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Three messages: arrived, something wrong, finished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rhythm above all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Piezo: rhythm is all you have. Motor: strength too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CALL IT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you actually leave with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What things feel like, how to drive one, and which to pick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That last one is the expensive mistake this prevents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Everything is open: code, slides and session plan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qr_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1000" y="3810000"/>
            <a:ext cx="1498600" cy="1498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0000" y="5384800"/>
            <a:ext cx="22606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buNone/>
            </a:pPr>
            <a:r>
              <a:rPr sz="900">
                <a:solidFill>
                  <a:srgbClr val="C8D2DC"/>
                </a:solidFill>
                <a:latin typeface="Arial"/>
              </a:rPr>
              <a:t>github.com/labtools-au/</a:t>
            </a:r>
            <a:br/>
            <a:r>
              <a:rPr sz="900">
                <a:solidFill>
                  <a:srgbClr val="C8D2DC"/>
                </a:solidFill>
                <a:latin typeface="Arial"/>
              </a:rPr>
              <a:t>multimodal-actuator-workshop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