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2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ctrTitle" idx="0"/>
          </p:nvPr>
        </p:nvSpPr>
        <p:spPr>
          <a:xfrm>
            <a:off x="914400" y="2540000"/>
            <a:ext cx="10414000" cy="1524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defRPr sz="5400" b="1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101" name="Subtitle"/>
          <p:cNvSpPr>
            <a:spLocks noGrp="1"/>
          </p:cNvSpPr>
          <p:nvPr>
            <p:ph type="subTitle" idx="1"/>
          </p:nvPr>
        </p:nvSpPr>
        <p:spPr>
          <a:xfrm>
            <a:off x="914400" y="4191000"/>
            <a:ext cx="9652000" cy="762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8000"/>
              </a:lnSpc>
              <a:defRPr sz="20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pic>
        <p:nvPicPr>
          <p:cNvPr id="2" name="Picture 1" descr="word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3" name="Picture 2" descr="seal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6248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</a:rPr>
              <a:t>MULTIMODAL INTERACTION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</a:rPr>
              <a:t>PROTOTYPING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0" y="62484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</a:rPr>
              <a:t>GUSTAV SIMONSEN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</a:rPr>
              <a:t>TEACHING ASSISTANT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914400" y="736600"/>
            <a:ext cx="10541000" cy="7112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defRPr sz="3200" b="1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101" name="Body"/>
          <p:cNvSpPr>
            <a:spLocks noGrp="1"/>
          </p:cNvSpPr>
          <p:nvPr>
            <p:ph type="body" idx="1"/>
          </p:nvPr>
        </p:nvSpPr>
        <p:spPr>
          <a:xfrm>
            <a:off x="914400" y="1905000"/>
            <a:ext cx="10033000" cy="3937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8000"/>
              </a:lnSpc>
              <a:defRPr sz="1700" b="0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1498600"/>
            <a:ext cx="5842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rdmar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4" name="Picture 3" descr="sea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248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MULTIMODAL INTERACTION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PROTOTYPING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62484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GUSTAV SIMONSEN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TEACHING ASSISTANT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 Title"/>
          <p:cNvSpPr>
            <a:spLocks noGrp="1"/>
          </p:cNvSpPr>
          <p:nvPr>
            <p:ph type="title" idx="0"/>
          </p:nvPr>
        </p:nvSpPr>
        <p:spPr>
          <a:xfrm>
            <a:off x="914400" y="2921000"/>
            <a:ext cx="10414000" cy="1651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defRPr sz="4400" b="1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1651000"/>
            <a:ext cx="5842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rdmar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4" name="Picture 3" descr="sea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248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MULTIMODAL INTERACTION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PROTOTYPING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62484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GUSTAV SIMONSEN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TEACHING ASSISTANT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ench Title"/>
          <p:cNvSpPr>
            <a:spLocks noGrp="1"/>
          </p:cNvSpPr>
          <p:nvPr>
            <p:ph type="title" idx="0"/>
          </p:nvPr>
        </p:nvSpPr>
        <p:spPr>
          <a:xfrm>
            <a:off x="914400" y="736600"/>
            <a:ext cx="7620000" cy="762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defRPr sz="3000" b="1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101" name="Bench Description"/>
          <p:cNvSpPr>
            <a:spLocks noGrp="1"/>
          </p:cNvSpPr>
          <p:nvPr>
            <p:ph type="body" idx="1"/>
          </p:nvPr>
        </p:nvSpPr>
        <p:spPr>
          <a:xfrm>
            <a:off x="914400" y="1701800"/>
            <a:ext cx="6604000" cy="3810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8000"/>
              </a:lnSpc>
              <a:defRPr sz="1600" b="0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102" name="Spec Block"/>
          <p:cNvSpPr>
            <a:spLocks noGrp="1"/>
          </p:cNvSpPr>
          <p:nvPr>
            <p:ph type="body" idx="2"/>
          </p:nvPr>
        </p:nvSpPr>
        <p:spPr>
          <a:xfrm>
            <a:off x="8255000" y="2133600"/>
            <a:ext cx="3175000" cy="3048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800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1498600"/>
            <a:ext cx="5842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rdmar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4" name="Picture 3" descr="sea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248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MULTIMODAL INTERACTION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PROTOTYPING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62484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GUSTAV SIMONSEN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TEACHING ASSISTANT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